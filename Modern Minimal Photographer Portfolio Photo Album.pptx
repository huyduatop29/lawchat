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65" r:id="rId4"/>
    <p:sldId id="267" r:id="rId5"/>
    <p:sldId id="258" r:id="rId6"/>
    <p:sldId id="272" r:id="rId7"/>
    <p:sldId id="273" r:id="rId8"/>
    <p:sldId id="262" r:id="rId9"/>
    <p:sldId id="260" r:id="rId10"/>
    <p:sldId id="271" r:id="rId11"/>
    <p:sldId id="259" r:id="rId12"/>
    <p:sldId id="261" r:id="rId13"/>
    <p:sldId id="263" r:id="rId14"/>
    <p:sldId id="264" r:id="rId15"/>
    <p:sldId id="266" r:id="rId16"/>
    <p:sldId id="268" r:id="rId17"/>
    <p:sldId id="269" r:id="rId18"/>
    <p:sldId id="270" r:id="rId19"/>
  </p:sldIdLst>
  <p:sldSz cx="18288000" cy="10287000"/>
  <p:notesSz cx="6858000" cy="9144000"/>
  <p:embeddedFontLst>
    <p:embeddedFont>
      <p:font typeface="Josefin Sans" pitchFamily="2" charset="0"/>
      <p:regular r:id="rId21"/>
      <p:bold r:id="rId22"/>
      <p:italic r:id="rId23"/>
      <p:boldItalic r:id="rId24"/>
    </p:embeddedFont>
    <p:embeddedFont>
      <p:font typeface="Josefin Sans Light"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014" y="2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8" name="Google Shape;59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B51C769C-1E35-9009-BC6B-D3D9006336C8}"/>
            </a:ext>
          </a:extLst>
        </p:cNvPr>
        <p:cNvGrpSpPr/>
        <p:nvPr/>
      </p:nvGrpSpPr>
      <p:grpSpPr>
        <a:xfrm>
          <a:off x="0" y="0"/>
          <a:ext cx="0" cy="0"/>
          <a:chOff x="0" y="0"/>
          <a:chExt cx="0" cy="0"/>
        </a:xfrm>
      </p:grpSpPr>
      <p:sp>
        <p:nvSpPr>
          <p:cNvPr id="125" name="Google Shape;125;p3:notes">
            <a:extLst>
              <a:ext uri="{FF2B5EF4-FFF2-40B4-BE49-F238E27FC236}">
                <a16:creationId xmlns:a16="http://schemas.microsoft.com/office/drawing/2014/main" id="{C8B63162-AE60-DFE7-3BCA-2CA50B24BE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3:notes">
            <a:extLst>
              <a:ext uri="{FF2B5EF4-FFF2-40B4-BE49-F238E27FC236}">
                <a16:creationId xmlns:a16="http://schemas.microsoft.com/office/drawing/2014/main" id="{7E9B3A27-8B27-AFE8-3603-619B1A809F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491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a:extLst>
            <a:ext uri="{FF2B5EF4-FFF2-40B4-BE49-F238E27FC236}">
              <a16:creationId xmlns:a16="http://schemas.microsoft.com/office/drawing/2014/main" id="{51A01337-7191-5F25-F825-9B8F78C5929B}"/>
            </a:ext>
          </a:extLst>
        </p:cNvPr>
        <p:cNvGrpSpPr/>
        <p:nvPr/>
      </p:nvGrpSpPr>
      <p:grpSpPr>
        <a:xfrm>
          <a:off x="0" y="0"/>
          <a:ext cx="0" cy="0"/>
          <a:chOff x="0" y="0"/>
          <a:chExt cx="0" cy="0"/>
        </a:xfrm>
      </p:grpSpPr>
      <p:sp>
        <p:nvSpPr>
          <p:cNvPr id="528" name="Google Shape;528;p7:notes">
            <a:extLst>
              <a:ext uri="{FF2B5EF4-FFF2-40B4-BE49-F238E27FC236}">
                <a16:creationId xmlns:a16="http://schemas.microsoft.com/office/drawing/2014/main" id="{2DF27AFB-6A44-1DA3-43B3-9EB1F38016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p7:notes">
            <a:extLst>
              <a:ext uri="{FF2B5EF4-FFF2-40B4-BE49-F238E27FC236}">
                <a16:creationId xmlns:a16="http://schemas.microsoft.com/office/drawing/2014/main" id="{14B84238-57EE-08C6-8B7B-FF360EAE11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6497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6" name="Google Shape;66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2" name="Google Shape;58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5" name="Google Shape;61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9" name="Google Shape;62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1" name="Google Shape;64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4.png"/><Relationship Id="rId18" Type="http://schemas.openxmlformats.org/officeDocument/2006/relationships/image" Target="../media/image44.png"/><Relationship Id="rId3" Type="http://schemas.openxmlformats.org/officeDocument/2006/relationships/image" Target="../media/image46.png"/><Relationship Id="rId7" Type="http://schemas.openxmlformats.org/officeDocument/2006/relationships/image" Target="../media/image12.png"/><Relationship Id="rId12" Type="http://schemas.openxmlformats.org/officeDocument/2006/relationships/image" Target="../media/image52.png"/><Relationship Id="rId17" Type="http://schemas.openxmlformats.org/officeDocument/2006/relationships/image" Target="../media/image53.png"/><Relationship Id="rId2" Type="http://schemas.openxmlformats.org/officeDocument/2006/relationships/notesSlide" Target="../notesSlides/notesSlide18.xml"/><Relationship Id="rId16" Type="http://schemas.openxmlformats.org/officeDocument/2006/relationships/image" Target="../media/image1.png"/><Relationship Id="rId20"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51.png"/><Relationship Id="rId5" Type="http://schemas.openxmlformats.org/officeDocument/2006/relationships/image" Target="../media/image4.png"/><Relationship Id="rId15" Type="http://schemas.openxmlformats.org/officeDocument/2006/relationships/image" Target="../media/image39.png"/><Relationship Id="rId10" Type="http://schemas.openxmlformats.org/officeDocument/2006/relationships/image" Target="../media/image22.png"/><Relationship Id="rId19" Type="http://schemas.openxmlformats.org/officeDocument/2006/relationships/image" Target="../media/image9.png"/><Relationship Id="rId4" Type="http://schemas.openxmlformats.org/officeDocument/2006/relationships/image" Target="../media/image50.png"/><Relationship Id="rId9" Type="http://schemas.openxmlformats.org/officeDocument/2006/relationships/image" Target="../media/image28.png"/><Relationship Id="rId1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83"/>
        <p:cNvGrpSpPr/>
        <p:nvPr/>
      </p:nvGrpSpPr>
      <p:grpSpPr>
        <a:xfrm>
          <a:off x="0" y="0"/>
          <a:ext cx="0" cy="0"/>
          <a:chOff x="0" y="0"/>
          <a:chExt cx="0" cy="0"/>
        </a:xfrm>
      </p:grpSpPr>
      <p:cxnSp>
        <p:nvCxnSpPr>
          <p:cNvPr id="84" name="Google Shape;84;p13"/>
          <p:cNvCxnSpPr/>
          <p:nvPr/>
        </p:nvCxnSpPr>
        <p:spPr>
          <a:xfrm>
            <a:off x="-10981645" y="77572"/>
            <a:ext cx="25131975" cy="2738438"/>
          </a:xfrm>
          <a:prstGeom prst="straightConnector1">
            <a:avLst/>
          </a:prstGeom>
          <a:noFill/>
          <a:ln w="28575" cap="flat" cmpd="sng">
            <a:solidFill>
              <a:srgbClr val="000000"/>
            </a:solidFill>
            <a:prstDash val="solid"/>
            <a:round/>
            <a:headEnd type="none" w="sm" len="sm"/>
            <a:tailEnd type="none" w="sm" len="sm"/>
          </a:ln>
        </p:spPr>
      </p:cxnSp>
      <p:cxnSp>
        <p:nvCxnSpPr>
          <p:cNvPr id="85" name="Google Shape;85;p13"/>
          <p:cNvCxnSpPr/>
          <p:nvPr/>
        </p:nvCxnSpPr>
        <p:spPr>
          <a:xfrm>
            <a:off x="-10981645" y="-754909"/>
            <a:ext cx="25131975" cy="2738438"/>
          </a:xfrm>
          <a:prstGeom prst="straightConnector1">
            <a:avLst/>
          </a:prstGeom>
          <a:noFill/>
          <a:ln w="28575" cap="flat" cmpd="sng">
            <a:solidFill>
              <a:srgbClr val="000000"/>
            </a:solidFill>
            <a:prstDash val="solid"/>
            <a:round/>
            <a:headEnd type="none" w="sm" len="sm"/>
            <a:tailEnd type="none" w="sm" len="sm"/>
          </a:ln>
        </p:spPr>
      </p:cxnSp>
      <p:cxnSp>
        <p:nvCxnSpPr>
          <p:cNvPr id="86" name="Google Shape;86;p13"/>
          <p:cNvCxnSpPr/>
          <p:nvPr/>
        </p:nvCxnSpPr>
        <p:spPr>
          <a:xfrm>
            <a:off x="1688955" y="7702807"/>
            <a:ext cx="12143657" cy="1368057"/>
          </a:xfrm>
          <a:prstGeom prst="straightConnector1">
            <a:avLst/>
          </a:prstGeom>
          <a:noFill/>
          <a:ln w="28575" cap="flat" cmpd="sng">
            <a:solidFill>
              <a:srgbClr val="000000"/>
            </a:solidFill>
            <a:prstDash val="solid"/>
            <a:round/>
            <a:headEnd type="none" w="sm" len="sm"/>
            <a:tailEnd type="none" w="sm" len="sm"/>
          </a:ln>
        </p:spPr>
      </p:cxnSp>
      <p:cxnSp>
        <p:nvCxnSpPr>
          <p:cNvPr id="87" name="Google Shape;87;p13"/>
          <p:cNvCxnSpPr/>
          <p:nvPr/>
        </p:nvCxnSpPr>
        <p:spPr>
          <a:xfrm>
            <a:off x="-11362606" y="6931420"/>
            <a:ext cx="25131897" cy="2739157"/>
          </a:xfrm>
          <a:prstGeom prst="straightConnector1">
            <a:avLst/>
          </a:prstGeom>
          <a:noFill/>
          <a:ln w="28575" cap="flat" cmpd="sng">
            <a:solidFill>
              <a:srgbClr val="000000"/>
            </a:solidFill>
            <a:prstDash val="solid"/>
            <a:round/>
            <a:headEnd type="none" w="sm" len="sm"/>
            <a:tailEnd type="none" w="sm" len="sm"/>
          </a:ln>
        </p:spPr>
      </p:cxnSp>
      <p:cxnSp>
        <p:nvCxnSpPr>
          <p:cNvPr id="88" name="Google Shape;88;p13"/>
          <p:cNvCxnSpPr/>
          <p:nvPr/>
        </p:nvCxnSpPr>
        <p:spPr>
          <a:xfrm>
            <a:off x="13735669" y="5732071"/>
            <a:ext cx="25153733" cy="2530796"/>
          </a:xfrm>
          <a:prstGeom prst="straightConnector1">
            <a:avLst/>
          </a:prstGeom>
          <a:noFill/>
          <a:ln w="28575" cap="flat" cmpd="sng">
            <a:solidFill>
              <a:srgbClr val="000000"/>
            </a:solidFill>
            <a:prstDash val="solid"/>
            <a:round/>
            <a:headEnd type="none" w="sm" len="sm"/>
            <a:tailEnd type="none" w="sm" len="sm"/>
          </a:ln>
        </p:spPr>
      </p:cxnSp>
      <p:cxnSp>
        <p:nvCxnSpPr>
          <p:cNvPr id="89" name="Google Shape;89;p13"/>
          <p:cNvCxnSpPr/>
          <p:nvPr/>
        </p:nvCxnSpPr>
        <p:spPr>
          <a:xfrm rot="10800000" flipH="1">
            <a:off x="12504376" y="-1573584"/>
            <a:ext cx="2294032" cy="25306206"/>
          </a:xfrm>
          <a:prstGeom prst="straightConnector1">
            <a:avLst/>
          </a:prstGeom>
          <a:noFill/>
          <a:ln w="28575" cap="flat" cmpd="sng">
            <a:solidFill>
              <a:srgbClr val="000000"/>
            </a:solidFill>
            <a:prstDash val="solid"/>
            <a:round/>
            <a:headEnd type="none" w="sm" len="sm"/>
            <a:tailEnd type="none" w="sm" len="sm"/>
          </a:ln>
        </p:spPr>
      </p:cxnSp>
      <p:grpSp>
        <p:nvGrpSpPr>
          <p:cNvPr id="90" name="Google Shape;90;p13"/>
          <p:cNvGrpSpPr/>
          <p:nvPr/>
        </p:nvGrpSpPr>
        <p:grpSpPr>
          <a:xfrm>
            <a:off x="15791881" y="6542661"/>
            <a:ext cx="3626950" cy="4820330"/>
            <a:chOff x="-1" y="1"/>
            <a:chExt cx="4835935" cy="6427107"/>
          </a:xfrm>
        </p:grpSpPr>
        <p:sp>
          <p:nvSpPr>
            <p:cNvPr id="91" name="Google Shape;91;p13"/>
            <p:cNvSpPr/>
            <p:nvPr/>
          </p:nvSpPr>
          <p:spPr>
            <a:xfrm rot="-5071743">
              <a:off x="-1682075" y="2055565"/>
              <a:ext cx="6081047" cy="2146905"/>
            </a:xfrm>
            <a:custGeom>
              <a:avLst/>
              <a:gdLst/>
              <a:ahLst/>
              <a:cxnLst/>
              <a:rect l="l" t="t" r="r" b="b"/>
              <a:pathLst>
                <a:path w="6081047" h="2146905" extrusionOk="0">
                  <a:moveTo>
                    <a:pt x="0" y="0"/>
                  </a:moveTo>
                  <a:lnTo>
                    <a:pt x="6081048" y="0"/>
                  </a:lnTo>
                  <a:lnTo>
                    <a:pt x="6081048" y="2146904"/>
                  </a:lnTo>
                  <a:lnTo>
                    <a:pt x="0" y="2146904"/>
                  </a:lnTo>
                  <a:lnTo>
                    <a:pt x="0" y="0"/>
                  </a:lnTo>
                  <a:close/>
                </a:path>
              </a:pathLst>
            </a:custGeom>
            <a:blipFill rotWithShape="1">
              <a:blip r:embed="rId3">
                <a:alphaModFix/>
              </a:blip>
              <a:stretch>
                <a:fillRect r="-13427"/>
              </a:stretch>
            </a:blipFill>
            <a:ln>
              <a:noFill/>
            </a:ln>
          </p:spPr>
          <p:txBody>
            <a:bodyPr/>
            <a:lstStyle/>
            <a:p>
              <a:endParaRPr lang="vi-VN"/>
            </a:p>
          </p:txBody>
        </p:sp>
        <p:sp>
          <p:nvSpPr>
            <p:cNvPr id="92" name="Google Shape;92;p13"/>
            <p:cNvSpPr/>
            <p:nvPr/>
          </p:nvSpPr>
          <p:spPr>
            <a:xfrm rot="-5071743">
              <a:off x="436961" y="2224638"/>
              <a:ext cx="6081047" cy="2146905"/>
            </a:xfrm>
            <a:custGeom>
              <a:avLst/>
              <a:gdLst/>
              <a:ahLst/>
              <a:cxnLst/>
              <a:rect l="l" t="t" r="r" b="b"/>
              <a:pathLst>
                <a:path w="6081047" h="2146905" extrusionOk="0">
                  <a:moveTo>
                    <a:pt x="0" y="0"/>
                  </a:moveTo>
                  <a:lnTo>
                    <a:pt x="6081047" y="0"/>
                  </a:lnTo>
                  <a:lnTo>
                    <a:pt x="6081047" y="2146905"/>
                  </a:lnTo>
                  <a:lnTo>
                    <a:pt x="0" y="2146905"/>
                  </a:lnTo>
                  <a:lnTo>
                    <a:pt x="0" y="0"/>
                  </a:lnTo>
                  <a:close/>
                </a:path>
              </a:pathLst>
            </a:custGeom>
            <a:blipFill rotWithShape="1">
              <a:blip r:embed="rId3">
                <a:alphaModFix/>
              </a:blip>
              <a:stretch>
                <a:fillRect r="-13427"/>
              </a:stretch>
            </a:blipFill>
            <a:ln>
              <a:noFill/>
            </a:ln>
          </p:spPr>
          <p:txBody>
            <a:bodyPr/>
            <a:lstStyle/>
            <a:p>
              <a:endParaRPr lang="vi-VN"/>
            </a:p>
          </p:txBody>
        </p:sp>
      </p:grpSp>
      <p:sp>
        <p:nvSpPr>
          <p:cNvPr id="93" name="Google Shape;93;p13"/>
          <p:cNvSpPr txBox="1"/>
          <p:nvPr/>
        </p:nvSpPr>
        <p:spPr>
          <a:xfrm rot="371574">
            <a:off x="755441" y="3108398"/>
            <a:ext cx="10220041" cy="14582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476" dirty="0">
                <a:latin typeface="Josefin Sans Light"/>
                <a:sym typeface="Josefin Sans Light"/>
              </a:rPr>
              <a:t>LAW CHATBOT</a:t>
            </a:r>
            <a:endParaRPr dirty="0"/>
          </a:p>
        </p:txBody>
      </p:sp>
      <p:sp>
        <p:nvSpPr>
          <p:cNvPr id="96" name="Google Shape;96;p13"/>
          <p:cNvSpPr txBox="1"/>
          <p:nvPr/>
        </p:nvSpPr>
        <p:spPr>
          <a:xfrm rot="374473">
            <a:off x="1292557" y="797412"/>
            <a:ext cx="3816420" cy="837922"/>
          </a:xfrm>
          <a:prstGeom prst="rect">
            <a:avLst/>
          </a:prstGeom>
          <a:noFill/>
          <a:ln>
            <a:noFill/>
          </a:ln>
        </p:spPr>
        <p:txBody>
          <a:bodyPr spcFirstLastPara="1" wrap="square" lIns="0" tIns="0" rIns="0" bIns="0" anchor="t" anchorCtr="0">
            <a:spAutoFit/>
          </a:bodyPr>
          <a:lstStyle/>
          <a:p>
            <a:pPr marL="0" marR="0" lvl="1" indent="0" algn="l" rtl="0">
              <a:lnSpc>
                <a:spcPct val="154995"/>
              </a:lnSpc>
              <a:spcBef>
                <a:spcPts val="0"/>
              </a:spcBef>
              <a:spcAft>
                <a:spcPts val="0"/>
              </a:spcAft>
              <a:buNone/>
            </a:pPr>
            <a:r>
              <a:rPr lang="en-US" sz="3513" b="1" dirty="0">
                <a:latin typeface="Josefin Sans"/>
                <a:sym typeface="Josefin Sans"/>
              </a:rPr>
              <a:t>NHÓM 5</a:t>
            </a:r>
            <a:endParaRPr dirty="0"/>
          </a:p>
        </p:txBody>
      </p:sp>
      <p:sp>
        <p:nvSpPr>
          <p:cNvPr id="97" name="Google Shape;97;p13"/>
          <p:cNvSpPr/>
          <p:nvPr/>
        </p:nvSpPr>
        <p:spPr>
          <a:xfrm rot="382213">
            <a:off x="11307381" y="858198"/>
            <a:ext cx="5647796" cy="7821233"/>
          </a:xfrm>
          <a:custGeom>
            <a:avLst/>
            <a:gdLst/>
            <a:ahLst/>
            <a:cxnLst/>
            <a:rect l="l" t="t" r="r" b="b"/>
            <a:pathLst>
              <a:path w="1487485" h="2059913" extrusionOk="0">
                <a:moveTo>
                  <a:pt x="0" y="0"/>
                </a:moveTo>
                <a:lnTo>
                  <a:pt x="1487485" y="0"/>
                </a:lnTo>
                <a:lnTo>
                  <a:pt x="1487485" y="2059913"/>
                </a:lnTo>
                <a:lnTo>
                  <a:pt x="0" y="2059913"/>
                </a:lnTo>
                <a:close/>
              </a:path>
            </a:pathLst>
          </a:custGeom>
          <a:solidFill>
            <a:srgbClr val="000000"/>
          </a:solidFill>
          <a:ln>
            <a:noFill/>
          </a:ln>
        </p:spPr>
        <p:txBody>
          <a:bodyPr/>
          <a:lstStyle/>
          <a:p>
            <a:endParaRPr lang="vi-VN"/>
          </a:p>
        </p:txBody>
      </p:sp>
      <p:grpSp>
        <p:nvGrpSpPr>
          <p:cNvPr id="99" name="Google Shape;99;p13"/>
          <p:cNvGrpSpPr/>
          <p:nvPr/>
        </p:nvGrpSpPr>
        <p:grpSpPr>
          <a:xfrm rot="382213">
            <a:off x="1140771" y="5185781"/>
            <a:ext cx="5647796" cy="8110555"/>
            <a:chOff x="0" y="-76200"/>
            <a:chExt cx="1487485" cy="2136113"/>
          </a:xfrm>
        </p:grpSpPr>
        <p:sp>
          <p:nvSpPr>
            <p:cNvPr id="100" name="Google Shape;100;p13"/>
            <p:cNvSpPr/>
            <p:nvPr/>
          </p:nvSpPr>
          <p:spPr>
            <a:xfrm>
              <a:off x="0" y="0"/>
              <a:ext cx="1487485" cy="2059913"/>
            </a:xfrm>
            <a:custGeom>
              <a:avLst/>
              <a:gdLst/>
              <a:ahLst/>
              <a:cxnLst/>
              <a:rect l="l" t="t" r="r" b="b"/>
              <a:pathLst>
                <a:path w="1487485" h="2059913" extrusionOk="0">
                  <a:moveTo>
                    <a:pt x="0" y="0"/>
                  </a:moveTo>
                  <a:lnTo>
                    <a:pt x="1487485" y="0"/>
                  </a:lnTo>
                  <a:lnTo>
                    <a:pt x="1487485" y="2059913"/>
                  </a:lnTo>
                  <a:lnTo>
                    <a:pt x="0" y="2059913"/>
                  </a:lnTo>
                  <a:close/>
                </a:path>
              </a:pathLst>
            </a:custGeom>
            <a:solidFill>
              <a:srgbClr val="000000"/>
            </a:solidFill>
            <a:ln>
              <a:noFill/>
            </a:ln>
          </p:spPr>
          <p:txBody>
            <a:bodyPr/>
            <a:lstStyle/>
            <a:p>
              <a:endParaRPr lang="vi-VN"/>
            </a:p>
          </p:txBody>
        </p:sp>
        <p:sp>
          <p:nvSpPr>
            <p:cNvPr id="101" name="Google Shape;101;p13"/>
            <p:cNvSpPr txBox="1"/>
            <p:nvPr/>
          </p:nvSpPr>
          <p:spPr>
            <a:xfrm>
              <a:off x="0" y="-76200"/>
              <a:ext cx="1487485" cy="2136113"/>
            </a:xfrm>
            <a:prstGeom prst="rect">
              <a:avLst/>
            </a:prstGeom>
            <a:noFill/>
            <a:ln>
              <a:noFill/>
            </a:ln>
          </p:spPr>
          <p:txBody>
            <a:bodyPr spcFirstLastPara="1" wrap="square" lIns="50800" tIns="50800" rIns="50800" bIns="508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A12FBF72-3A41-E715-0645-081EA7DE0A13}"/>
              </a:ext>
            </a:extLst>
          </p:cNvPr>
          <p:cNvPicPr>
            <a:picLocks noChangeAspect="1"/>
          </p:cNvPicPr>
          <p:nvPr/>
        </p:nvPicPr>
        <p:blipFill>
          <a:blip r:embed="rId4"/>
          <a:srcRect l="16226" r="38806"/>
          <a:stretch>
            <a:fillRect/>
          </a:stretch>
        </p:blipFill>
        <p:spPr>
          <a:xfrm rot="370453">
            <a:off x="11318773" y="889731"/>
            <a:ext cx="5606454" cy="7785841"/>
          </a:xfrm>
          <a:prstGeom prst="rect">
            <a:avLst/>
          </a:prstGeom>
        </p:spPr>
      </p:pic>
      <p:pic>
        <p:nvPicPr>
          <p:cNvPr id="5" name="Picture 4">
            <a:extLst>
              <a:ext uri="{FF2B5EF4-FFF2-40B4-BE49-F238E27FC236}">
                <a16:creationId xmlns:a16="http://schemas.microsoft.com/office/drawing/2014/main" id="{12566C51-4F8C-449E-6CCA-91448D4F1C1E}"/>
              </a:ext>
            </a:extLst>
          </p:cNvPr>
          <p:cNvPicPr>
            <a:picLocks noChangeAspect="1"/>
          </p:cNvPicPr>
          <p:nvPr/>
        </p:nvPicPr>
        <p:blipFill>
          <a:blip r:embed="rId5"/>
          <a:stretch>
            <a:fillRect/>
          </a:stretch>
        </p:blipFill>
        <p:spPr>
          <a:xfrm rot="374112">
            <a:off x="1257708" y="5515101"/>
            <a:ext cx="5604998" cy="55320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6"/>
        <p:cNvGrpSpPr/>
        <p:nvPr/>
      </p:nvGrpSpPr>
      <p:grpSpPr>
        <a:xfrm>
          <a:off x="0" y="0"/>
          <a:ext cx="0" cy="0"/>
          <a:chOff x="0" y="0"/>
          <a:chExt cx="0" cy="0"/>
        </a:xfrm>
      </p:grpSpPr>
      <p:grpSp>
        <p:nvGrpSpPr>
          <p:cNvPr id="107" name="Google Shape;107;p14"/>
          <p:cNvGrpSpPr/>
          <p:nvPr/>
        </p:nvGrpSpPr>
        <p:grpSpPr>
          <a:xfrm>
            <a:off x="603313" y="2870177"/>
            <a:ext cx="5299530" cy="6578627"/>
            <a:chOff x="0" y="-190500"/>
            <a:chExt cx="1395761" cy="1732642"/>
          </a:xfrm>
        </p:grpSpPr>
        <p:sp>
          <p:nvSpPr>
            <p:cNvPr id="108" name="Google Shape;108;p14"/>
            <p:cNvSpPr/>
            <p:nvPr/>
          </p:nvSpPr>
          <p:spPr>
            <a:xfrm>
              <a:off x="0" y="0"/>
              <a:ext cx="1395761" cy="1542142"/>
            </a:xfrm>
            <a:custGeom>
              <a:avLst/>
              <a:gdLst/>
              <a:ahLst/>
              <a:cxnLst/>
              <a:rect l="l" t="t" r="r" b="b"/>
              <a:pathLst>
                <a:path w="1395761" h="1542142" extrusionOk="0">
                  <a:moveTo>
                    <a:pt x="0" y="0"/>
                  </a:moveTo>
                  <a:lnTo>
                    <a:pt x="1395761" y="0"/>
                  </a:lnTo>
                  <a:lnTo>
                    <a:pt x="1395761" y="1542142"/>
                  </a:lnTo>
                  <a:lnTo>
                    <a:pt x="0" y="1542142"/>
                  </a:lnTo>
                  <a:close/>
                </a:path>
              </a:pathLst>
            </a:custGeom>
            <a:solidFill>
              <a:srgbClr val="DDD5A2"/>
            </a:solidFill>
            <a:ln w="19050" cap="sq" cmpd="sng">
              <a:solidFill>
                <a:srgbClr val="DDD5A2"/>
              </a:solidFill>
              <a:prstDash val="solid"/>
              <a:miter lim="8000"/>
              <a:headEnd type="none" w="sm" len="sm"/>
              <a:tailEnd type="none" w="sm" len="sm"/>
            </a:ln>
          </p:spPr>
          <p:txBody>
            <a:bodyPr/>
            <a:lstStyle/>
            <a:p>
              <a:endParaRPr lang="vi-VN"/>
            </a:p>
          </p:txBody>
        </p:sp>
        <p:sp>
          <p:nvSpPr>
            <p:cNvPr id="109" name="Google Shape;109;p14"/>
            <p:cNvSpPr txBox="1"/>
            <p:nvPr/>
          </p:nvSpPr>
          <p:spPr>
            <a:xfrm>
              <a:off x="0" y="-190500"/>
              <a:ext cx="1395761" cy="1732641"/>
            </a:xfrm>
            <a:prstGeom prst="rect">
              <a:avLst/>
            </a:prstGeom>
            <a:noFill/>
            <a:ln>
              <a:noFill/>
            </a:ln>
          </p:spPr>
          <p:txBody>
            <a:bodyPr spcFirstLastPara="1" wrap="square" lIns="50800" tIns="50800" rIns="50800" bIns="50800" anchor="ctr" anchorCtr="0">
              <a:noAutofit/>
            </a:bodyPr>
            <a:lstStyle/>
            <a:p>
              <a:pPr marL="0" marR="0" lvl="0" indent="0" algn="ctr" rtl="0">
                <a:lnSpc>
                  <a:spcPct val="252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14"/>
          <p:cNvGrpSpPr/>
          <p:nvPr/>
        </p:nvGrpSpPr>
        <p:grpSpPr>
          <a:xfrm>
            <a:off x="6495077" y="2870177"/>
            <a:ext cx="5299530" cy="5602338"/>
            <a:chOff x="0" y="-190500"/>
            <a:chExt cx="1395761" cy="1475513"/>
          </a:xfrm>
        </p:grpSpPr>
        <p:sp>
          <p:nvSpPr>
            <p:cNvPr id="111" name="Google Shape;111;p14"/>
            <p:cNvSpPr/>
            <p:nvPr/>
          </p:nvSpPr>
          <p:spPr>
            <a:xfrm>
              <a:off x="0" y="0"/>
              <a:ext cx="1395761" cy="1285013"/>
            </a:xfrm>
            <a:custGeom>
              <a:avLst/>
              <a:gdLst/>
              <a:ahLst/>
              <a:cxnLst/>
              <a:rect l="l" t="t" r="r" b="b"/>
              <a:pathLst>
                <a:path w="1395761" h="1285013" extrusionOk="0">
                  <a:moveTo>
                    <a:pt x="0" y="0"/>
                  </a:moveTo>
                  <a:lnTo>
                    <a:pt x="1395761" y="0"/>
                  </a:lnTo>
                  <a:lnTo>
                    <a:pt x="1395761" y="1285013"/>
                  </a:lnTo>
                  <a:lnTo>
                    <a:pt x="0" y="1285013"/>
                  </a:lnTo>
                  <a:close/>
                </a:path>
              </a:pathLst>
            </a:custGeom>
            <a:solidFill>
              <a:srgbClr val="DDD5A2"/>
            </a:solidFill>
            <a:ln w="19050" cap="sq" cmpd="sng">
              <a:solidFill>
                <a:srgbClr val="DDD5A2"/>
              </a:solidFill>
              <a:prstDash val="solid"/>
              <a:miter lim="8000"/>
              <a:headEnd type="none" w="sm" len="sm"/>
              <a:tailEnd type="none" w="sm" len="sm"/>
            </a:ln>
          </p:spPr>
          <p:txBody>
            <a:bodyPr/>
            <a:lstStyle/>
            <a:p>
              <a:endParaRPr lang="vi-VN"/>
            </a:p>
          </p:txBody>
        </p:sp>
        <p:sp>
          <p:nvSpPr>
            <p:cNvPr id="112" name="Google Shape;112;p14"/>
            <p:cNvSpPr txBox="1"/>
            <p:nvPr/>
          </p:nvSpPr>
          <p:spPr>
            <a:xfrm>
              <a:off x="0" y="-190500"/>
              <a:ext cx="1395761" cy="1475513"/>
            </a:xfrm>
            <a:prstGeom prst="rect">
              <a:avLst/>
            </a:prstGeom>
            <a:noFill/>
            <a:ln>
              <a:noFill/>
            </a:ln>
          </p:spPr>
          <p:txBody>
            <a:bodyPr spcFirstLastPara="1" wrap="square" lIns="50800" tIns="50800" rIns="50800" bIns="50800" anchor="ctr" anchorCtr="0">
              <a:noAutofit/>
            </a:bodyPr>
            <a:lstStyle/>
            <a:p>
              <a:pPr marL="0" marR="0" lvl="0" indent="0" algn="ctr" rtl="0">
                <a:lnSpc>
                  <a:spcPct val="252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3" name="Google Shape;113;p14"/>
          <p:cNvGrpSpPr/>
          <p:nvPr/>
        </p:nvGrpSpPr>
        <p:grpSpPr>
          <a:xfrm>
            <a:off x="12464263" y="2672847"/>
            <a:ext cx="5299530" cy="4834690"/>
            <a:chOff x="0" y="-190500"/>
            <a:chExt cx="1395761" cy="933132"/>
          </a:xfrm>
        </p:grpSpPr>
        <p:sp>
          <p:nvSpPr>
            <p:cNvPr id="114" name="Google Shape;114;p14"/>
            <p:cNvSpPr/>
            <p:nvPr/>
          </p:nvSpPr>
          <p:spPr>
            <a:xfrm>
              <a:off x="0" y="0"/>
              <a:ext cx="1395761" cy="742632"/>
            </a:xfrm>
            <a:custGeom>
              <a:avLst/>
              <a:gdLst/>
              <a:ahLst/>
              <a:cxnLst/>
              <a:rect l="l" t="t" r="r" b="b"/>
              <a:pathLst>
                <a:path w="1395761" h="742632" extrusionOk="0">
                  <a:moveTo>
                    <a:pt x="0" y="0"/>
                  </a:moveTo>
                  <a:lnTo>
                    <a:pt x="1395761" y="0"/>
                  </a:lnTo>
                  <a:lnTo>
                    <a:pt x="1395761" y="742632"/>
                  </a:lnTo>
                  <a:lnTo>
                    <a:pt x="0" y="742632"/>
                  </a:lnTo>
                  <a:close/>
                </a:path>
              </a:pathLst>
            </a:custGeom>
            <a:solidFill>
              <a:srgbClr val="DDD5A2"/>
            </a:solidFill>
            <a:ln w="19050" cap="sq" cmpd="sng">
              <a:solidFill>
                <a:srgbClr val="DDD5A2"/>
              </a:solidFill>
              <a:prstDash val="solid"/>
              <a:miter lim="8000"/>
              <a:headEnd type="none" w="sm" len="sm"/>
              <a:tailEnd type="none" w="sm" len="sm"/>
            </a:ln>
          </p:spPr>
          <p:txBody>
            <a:bodyPr/>
            <a:lstStyle/>
            <a:p>
              <a:endParaRPr lang="vi-VN"/>
            </a:p>
          </p:txBody>
        </p:sp>
        <p:sp>
          <p:nvSpPr>
            <p:cNvPr id="115" name="Google Shape;115;p14"/>
            <p:cNvSpPr txBox="1"/>
            <p:nvPr/>
          </p:nvSpPr>
          <p:spPr>
            <a:xfrm>
              <a:off x="0" y="-190500"/>
              <a:ext cx="1395761" cy="933132"/>
            </a:xfrm>
            <a:prstGeom prst="rect">
              <a:avLst/>
            </a:prstGeom>
            <a:noFill/>
            <a:ln>
              <a:noFill/>
            </a:ln>
          </p:spPr>
          <p:txBody>
            <a:bodyPr spcFirstLastPara="1" wrap="square" lIns="50800" tIns="50800" rIns="50800" bIns="50800" anchor="ctr" anchorCtr="0">
              <a:noAutofit/>
            </a:bodyPr>
            <a:lstStyle/>
            <a:p>
              <a:pPr marL="0" marR="0" lvl="0" indent="0" algn="ctr" rtl="0">
                <a:lnSpc>
                  <a:spcPct val="252944"/>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116" name="Google Shape;116;p14"/>
          <p:cNvSpPr/>
          <p:nvPr/>
        </p:nvSpPr>
        <p:spPr>
          <a:xfrm>
            <a:off x="12385157" y="8060203"/>
            <a:ext cx="7315200" cy="412311"/>
          </a:xfrm>
          <a:custGeom>
            <a:avLst/>
            <a:gdLst/>
            <a:ahLst/>
            <a:cxnLst/>
            <a:rect l="l" t="t" r="r" b="b"/>
            <a:pathLst>
              <a:path w="7315200" h="412311" extrusionOk="0">
                <a:moveTo>
                  <a:pt x="0" y="0"/>
                </a:moveTo>
                <a:lnTo>
                  <a:pt x="7315200" y="0"/>
                </a:lnTo>
                <a:lnTo>
                  <a:pt x="7315200" y="412312"/>
                </a:lnTo>
                <a:lnTo>
                  <a:pt x="0" y="412312"/>
                </a:lnTo>
                <a:lnTo>
                  <a:pt x="0" y="0"/>
                </a:lnTo>
                <a:close/>
              </a:path>
            </a:pathLst>
          </a:custGeom>
          <a:blipFill rotWithShape="1">
            <a:blip r:embed="rId3">
              <a:alphaModFix/>
            </a:blip>
            <a:stretch>
              <a:fillRect/>
            </a:stretch>
          </a:blipFill>
          <a:ln>
            <a:noFill/>
          </a:ln>
        </p:spPr>
        <p:txBody>
          <a:bodyPr/>
          <a:lstStyle/>
          <a:p>
            <a:endParaRPr lang="vi-VN"/>
          </a:p>
        </p:txBody>
      </p:sp>
      <p:sp>
        <p:nvSpPr>
          <p:cNvPr id="117" name="Google Shape;117;p14"/>
          <p:cNvSpPr txBox="1"/>
          <p:nvPr/>
        </p:nvSpPr>
        <p:spPr>
          <a:xfrm>
            <a:off x="6882450" y="4274881"/>
            <a:ext cx="4523100" cy="2560701"/>
          </a:xfrm>
          <a:prstGeom prst="rect">
            <a:avLst/>
          </a:prstGeom>
          <a:noFill/>
          <a:ln>
            <a:noFill/>
          </a:ln>
        </p:spPr>
        <p:txBody>
          <a:bodyPr spcFirstLastPara="1" wrap="square" lIns="0" tIns="0" rIns="0" bIns="0" anchor="t" anchorCtr="0">
            <a:spAutoFit/>
          </a:bodyPr>
          <a:lstStyle/>
          <a:p>
            <a:pPr marL="285750" lvl="1" indent="-285750">
              <a:lnSpc>
                <a:spcPct val="130000"/>
              </a:lnSpc>
              <a:buFont typeface="Arial" panose="020B0604020202020204" pitchFamily="34" charset="0"/>
              <a:buChar char="•"/>
            </a:pPr>
            <a:r>
              <a:rPr lang="vi-VN" sz="1600" dirty="0"/>
              <a:t>Các văn bản pháp luật và hướng dẫn của Tổng cục Thuế Việt Nam (2019–2025).</a:t>
            </a:r>
            <a:endParaRPr lang="en-US" sz="1600" dirty="0"/>
          </a:p>
          <a:p>
            <a:pPr marL="285750" lvl="1" indent="-285750">
              <a:lnSpc>
                <a:spcPct val="130000"/>
              </a:lnSpc>
              <a:buFont typeface="Arial" panose="020B0604020202020204" pitchFamily="34" charset="0"/>
              <a:buChar char="•"/>
            </a:pPr>
            <a:endParaRPr lang="en-US" sz="1600" dirty="0"/>
          </a:p>
          <a:p>
            <a:pPr marL="285750" lvl="1" indent="-285750">
              <a:lnSpc>
                <a:spcPct val="130000"/>
              </a:lnSpc>
              <a:buFont typeface="Arial" panose="020B0604020202020204" pitchFamily="34" charset="0"/>
              <a:buChar char="•"/>
            </a:pPr>
            <a:r>
              <a:rPr lang="vi-VN" sz="1600" dirty="0"/>
              <a:t>Người dùng mục tiêu: kế toán viên, hộ kinh doanh, người lao động tự do, cá nhân nộp thuế.</a:t>
            </a:r>
            <a:endParaRPr lang="en-US" sz="1600" dirty="0"/>
          </a:p>
          <a:p>
            <a:pPr marL="285750" lvl="1" indent="-285750">
              <a:lnSpc>
                <a:spcPct val="130000"/>
              </a:lnSpc>
              <a:buFont typeface="Arial" panose="020B0604020202020204" pitchFamily="34" charset="0"/>
              <a:buChar char="•"/>
            </a:pPr>
            <a:endParaRPr lang="en-US" sz="1600" dirty="0"/>
          </a:p>
          <a:p>
            <a:pPr marL="285750" lvl="1" indent="-285750">
              <a:lnSpc>
                <a:spcPct val="130000"/>
              </a:lnSpc>
              <a:buFont typeface="Arial" panose="020B0604020202020204" pitchFamily="34" charset="0"/>
              <a:buChar char="•"/>
            </a:pPr>
            <a:r>
              <a:rPr lang="vi-VN" sz="1600" dirty="0"/>
              <a:t>Ngôn ngữ hỗ trợ: Tiếng Việt tự nhiên.</a:t>
            </a:r>
            <a:endParaRPr lang="en-US" sz="1600" dirty="0"/>
          </a:p>
        </p:txBody>
      </p:sp>
      <p:sp>
        <p:nvSpPr>
          <p:cNvPr id="119" name="Google Shape;119;p14"/>
          <p:cNvSpPr txBox="1"/>
          <p:nvPr/>
        </p:nvSpPr>
        <p:spPr>
          <a:xfrm>
            <a:off x="426653" y="2672847"/>
            <a:ext cx="4357607" cy="66018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Mục</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tiêu</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đề</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tài</a:t>
            </a:r>
            <a:endParaRPr dirty="0"/>
          </a:p>
        </p:txBody>
      </p:sp>
      <p:sp>
        <p:nvSpPr>
          <p:cNvPr id="120" name="Google Shape;120;p14"/>
          <p:cNvSpPr txBox="1"/>
          <p:nvPr/>
        </p:nvSpPr>
        <p:spPr>
          <a:xfrm>
            <a:off x="6574191" y="2733381"/>
            <a:ext cx="5141301" cy="66018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3300" dirty="0">
                <a:solidFill>
                  <a:srgbClr val="DDD5A2"/>
                </a:solidFill>
                <a:latin typeface="Josefin Sans"/>
                <a:sym typeface="Josefin Sans"/>
              </a:rPr>
              <a:t>Phạm vi </a:t>
            </a:r>
            <a:r>
              <a:rPr lang="en-US" sz="3300" dirty="0" err="1">
                <a:solidFill>
                  <a:srgbClr val="DDD5A2"/>
                </a:solidFill>
                <a:latin typeface="Josefin Sans"/>
                <a:sym typeface="Josefin Sans"/>
              </a:rPr>
              <a:t>nghiên</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cứu</a:t>
            </a:r>
            <a:r>
              <a:rPr lang="en-US" sz="3300" dirty="0">
                <a:solidFill>
                  <a:srgbClr val="DDD5A2"/>
                </a:solidFill>
                <a:latin typeface="Josefin Sans"/>
                <a:sym typeface="Josefin Sans"/>
              </a:rPr>
              <a:t> </a:t>
            </a:r>
            <a:endParaRPr dirty="0"/>
          </a:p>
        </p:txBody>
      </p:sp>
      <p:sp>
        <p:nvSpPr>
          <p:cNvPr id="121" name="Google Shape;121;p14"/>
          <p:cNvSpPr txBox="1"/>
          <p:nvPr/>
        </p:nvSpPr>
        <p:spPr>
          <a:xfrm>
            <a:off x="12543378" y="4056333"/>
            <a:ext cx="5141301" cy="3160865"/>
          </a:xfrm>
          <a:prstGeom prst="rect">
            <a:avLst/>
          </a:prstGeom>
          <a:noFill/>
          <a:ln>
            <a:noFill/>
          </a:ln>
        </p:spPr>
        <p:txBody>
          <a:bodyPr spcFirstLastPara="1" wrap="square" lIns="0" tIns="0" rIns="0" bIns="0" anchor="t" anchorCtr="0">
            <a:spAutoFit/>
          </a:bodyPr>
          <a:lstStyle/>
          <a:p>
            <a:pPr marL="285750" lvl="1" indent="-285750">
              <a:lnSpc>
                <a:spcPct val="130000"/>
              </a:lnSpc>
              <a:buFont typeface="Arial" panose="020B0604020202020204" pitchFamily="34" charset="0"/>
              <a:buChar char="•"/>
            </a:pPr>
            <a:r>
              <a:rPr lang="vi-VN" sz="1600" dirty="0"/>
              <a:t>Xử lý ngôn ngữ tự nhiên (NLP</a:t>
            </a:r>
            <a:r>
              <a:rPr lang="en-US" sz="1600" dirty="0">
                <a:latin typeface="Josefin Sans"/>
                <a:sym typeface="Josefin Sans"/>
              </a:rPr>
              <a:t>) :</a:t>
            </a:r>
          </a:p>
          <a:p>
            <a:pPr lvl="3">
              <a:lnSpc>
                <a:spcPct val="130000"/>
              </a:lnSpc>
            </a:pPr>
            <a:r>
              <a:rPr lang="en-US" dirty="0"/>
              <a:t>	</a:t>
            </a:r>
            <a:r>
              <a:rPr lang="vi-VN" b="1" dirty="0"/>
              <a:t>AITeamVN/Vietnamese_Embedding</a:t>
            </a:r>
            <a:endParaRPr lang="en-US" sz="1600" b="1" dirty="0">
              <a:latin typeface="Josefin Sans"/>
              <a:sym typeface="Josefin Sans"/>
            </a:endParaRPr>
          </a:p>
          <a:p>
            <a:pPr lvl="1">
              <a:lnSpc>
                <a:spcPct val="130000"/>
              </a:lnSpc>
            </a:pPr>
            <a:r>
              <a:rPr lang="en-US" sz="1600" b="1" dirty="0">
                <a:latin typeface="Josefin Sans"/>
                <a:sym typeface="Josefin Sans"/>
              </a:rPr>
              <a:t>	</a:t>
            </a:r>
            <a:r>
              <a:rPr lang="vi-VN" b="1" dirty="0"/>
              <a:t>VietAI/gpt-neo-1.3B-vietnamese-news</a:t>
            </a:r>
            <a:endParaRPr lang="en-US" sz="1600" b="1" dirty="0">
              <a:latin typeface="Josefin Sans"/>
              <a:sym typeface="Josefin Sans"/>
            </a:endParaRPr>
          </a:p>
          <a:p>
            <a:pPr marL="285750" lvl="1" indent="-285750">
              <a:lnSpc>
                <a:spcPct val="130000"/>
              </a:lnSpc>
              <a:buFont typeface="Arial" panose="020B0604020202020204" pitchFamily="34" charset="0"/>
              <a:buChar char="•"/>
            </a:pPr>
            <a:r>
              <a:rPr lang="vi-VN" sz="1600" b="1" dirty="0"/>
              <a:t>RAG (Retrieval-Augmented Generation): </a:t>
            </a:r>
            <a:r>
              <a:rPr lang="vi-VN" sz="1600" dirty="0"/>
              <a:t>để truy xuất thông tin từ văn bản luật, nghị định, thông tư.</a:t>
            </a:r>
            <a:endParaRPr lang="en-US" sz="1600" dirty="0"/>
          </a:p>
          <a:p>
            <a:pPr marL="285750" lvl="1" indent="-285750">
              <a:lnSpc>
                <a:spcPct val="130000"/>
              </a:lnSpc>
              <a:buFont typeface="Arial" panose="020B0604020202020204" pitchFamily="34" charset="0"/>
              <a:buChar char="•"/>
            </a:pPr>
            <a:r>
              <a:rPr lang="vi-VN" sz="1600" dirty="0"/>
              <a:t>Cơ sở dữ liệu: </a:t>
            </a:r>
            <a:r>
              <a:rPr lang="en-US" sz="1600" b="1" dirty="0" err="1"/>
              <a:t>ChromaDB</a:t>
            </a:r>
            <a:r>
              <a:rPr lang="vi-VN" sz="1600" dirty="0"/>
              <a:t> để lưu chunk văn bản cùng metadata (nguồn, số văn bản, ngày ban hành).</a:t>
            </a:r>
            <a:br>
              <a:rPr lang="en-US" sz="1600" dirty="0"/>
            </a:br>
            <a:r>
              <a:rPr lang="vi-VN" sz="1600" dirty="0"/>
              <a:t>Giao diện: </a:t>
            </a:r>
            <a:r>
              <a:rPr lang="vi-VN" sz="1600" b="1" dirty="0"/>
              <a:t>FastAPI (backend), </a:t>
            </a:r>
            <a:r>
              <a:rPr lang="vi-VN" sz="1600" dirty="0"/>
              <a:t>kết nối với chatbot </a:t>
            </a:r>
            <a:r>
              <a:rPr lang="en-US" sz="1600" b="1" dirty="0" err="1"/>
              <a:t>Streamlit</a:t>
            </a:r>
            <a:r>
              <a:rPr lang="vi-VN" sz="1600" dirty="0"/>
              <a:t> (</a:t>
            </a:r>
            <a:r>
              <a:rPr lang="en-US" sz="1600" dirty="0"/>
              <a:t>frontend</a:t>
            </a:r>
            <a:r>
              <a:rPr lang="vi-VN" sz="1600" dirty="0"/>
              <a:t>).</a:t>
            </a:r>
          </a:p>
          <a:p>
            <a:pPr lvl="1" algn="ctr">
              <a:lnSpc>
                <a:spcPct val="130000"/>
              </a:lnSpc>
            </a:pPr>
            <a:endParaRPr sz="1600" dirty="0"/>
          </a:p>
        </p:txBody>
      </p:sp>
      <p:sp>
        <p:nvSpPr>
          <p:cNvPr id="122" name="Google Shape;122;p14"/>
          <p:cNvSpPr txBox="1"/>
          <p:nvPr/>
        </p:nvSpPr>
        <p:spPr>
          <a:xfrm>
            <a:off x="12543378" y="2733381"/>
            <a:ext cx="5141301" cy="66018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3300" dirty="0">
                <a:solidFill>
                  <a:srgbClr val="DDD5A2"/>
                </a:solidFill>
                <a:latin typeface="Josefin Sans"/>
                <a:sym typeface="Josefin Sans"/>
              </a:rPr>
              <a:t>Công </a:t>
            </a:r>
            <a:r>
              <a:rPr lang="en-US" sz="3300" dirty="0" err="1">
                <a:solidFill>
                  <a:srgbClr val="DDD5A2"/>
                </a:solidFill>
                <a:latin typeface="Josefin Sans"/>
                <a:sym typeface="Josefin Sans"/>
              </a:rPr>
              <a:t>cụ</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sử</a:t>
            </a:r>
            <a:r>
              <a:rPr lang="en-US" sz="3300" dirty="0">
                <a:solidFill>
                  <a:srgbClr val="DDD5A2"/>
                </a:solidFill>
                <a:latin typeface="Josefin Sans"/>
                <a:sym typeface="Josefin Sans"/>
              </a:rPr>
              <a:t> </a:t>
            </a:r>
            <a:r>
              <a:rPr lang="en-US" sz="3300" dirty="0" err="1">
                <a:solidFill>
                  <a:srgbClr val="DDD5A2"/>
                </a:solidFill>
                <a:latin typeface="Josefin Sans"/>
                <a:sym typeface="Josefin Sans"/>
              </a:rPr>
              <a:t>dụng</a:t>
            </a:r>
            <a:r>
              <a:rPr lang="en-US" sz="3300" dirty="0">
                <a:solidFill>
                  <a:srgbClr val="DDD5A2"/>
                </a:solidFill>
                <a:latin typeface="Josefin Sans"/>
                <a:sym typeface="Josefin Sans"/>
              </a:rPr>
              <a:t> </a:t>
            </a:r>
            <a:endParaRPr dirty="0"/>
          </a:p>
        </p:txBody>
      </p:sp>
      <p:sp>
        <p:nvSpPr>
          <p:cNvPr id="123" name="Google Shape;123;p14"/>
          <p:cNvSpPr txBox="1"/>
          <p:nvPr/>
        </p:nvSpPr>
        <p:spPr>
          <a:xfrm>
            <a:off x="401994" y="866775"/>
            <a:ext cx="17484013" cy="1544910"/>
          </a:xfrm>
          <a:prstGeom prst="rect">
            <a:avLst/>
          </a:prstGeom>
          <a:noFill/>
          <a:ln>
            <a:noFill/>
          </a:ln>
        </p:spPr>
        <p:txBody>
          <a:bodyPr spcFirstLastPara="1" wrap="square" lIns="0" tIns="0" rIns="0" bIns="0" anchor="t" anchorCtr="0">
            <a:spAutoFit/>
          </a:bodyPr>
          <a:lstStyle/>
          <a:p>
            <a:pPr marL="0" marR="0" lvl="0" indent="0" algn="ctr" rtl="0">
              <a:lnSpc>
                <a:spcPct val="140008"/>
              </a:lnSpc>
              <a:spcBef>
                <a:spcPts val="0"/>
              </a:spcBef>
              <a:spcAft>
                <a:spcPts val="0"/>
              </a:spcAft>
              <a:buNone/>
            </a:pPr>
            <a:r>
              <a:rPr lang="en-US" sz="7171" b="0" i="0" u="none" strike="noStrike" cap="none" dirty="0" err="1">
                <a:solidFill>
                  <a:srgbClr val="DDD5A2"/>
                </a:solidFill>
                <a:latin typeface="Josefin Sans Light"/>
                <a:ea typeface="Josefin Sans Light"/>
                <a:cs typeface="Josefin Sans Light"/>
                <a:sym typeface="Josefin Sans Light"/>
              </a:rPr>
              <a:t>Xây</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dựng</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ChatBot</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hỗ</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trợ</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tư</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vấn</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về</a:t>
            </a:r>
            <a:r>
              <a:rPr lang="en-US" sz="7171" b="0" i="0" u="none" strike="noStrike" cap="none" dirty="0">
                <a:solidFill>
                  <a:srgbClr val="DDD5A2"/>
                </a:solidFill>
                <a:latin typeface="Josefin Sans Light"/>
                <a:ea typeface="Josefin Sans Light"/>
                <a:cs typeface="Josefin Sans Light"/>
                <a:sym typeface="Josefin Sans Light"/>
              </a:rPr>
              <a:t> </a:t>
            </a:r>
            <a:r>
              <a:rPr lang="en-US" sz="7171" b="0" i="0" u="none" strike="noStrike" cap="none" dirty="0" err="1">
                <a:solidFill>
                  <a:srgbClr val="DDD5A2"/>
                </a:solidFill>
                <a:latin typeface="Josefin Sans Light"/>
                <a:ea typeface="Josefin Sans Light"/>
                <a:cs typeface="Josefin Sans Light"/>
                <a:sym typeface="Josefin Sans Light"/>
              </a:rPr>
              <a:t>thuế</a:t>
            </a:r>
            <a:endParaRPr lang="en-US" dirty="0"/>
          </a:p>
        </p:txBody>
      </p:sp>
      <p:sp>
        <p:nvSpPr>
          <p:cNvPr id="5" name="TextBox 4">
            <a:extLst>
              <a:ext uri="{FF2B5EF4-FFF2-40B4-BE49-F238E27FC236}">
                <a16:creationId xmlns:a16="http://schemas.microsoft.com/office/drawing/2014/main" id="{7FCA2FF0-76AC-9FD7-86ED-3C031EF69F42}"/>
              </a:ext>
            </a:extLst>
          </p:cNvPr>
          <p:cNvSpPr txBox="1"/>
          <p:nvPr/>
        </p:nvSpPr>
        <p:spPr>
          <a:xfrm>
            <a:off x="1042140" y="4056333"/>
            <a:ext cx="4421875" cy="4247317"/>
          </a:xfrm>
          <a:prstGeom prst="rect">
            <a:avLst/>
          </a:prstGeom>
          <a:noFill/>
        </p:spPr>
        <p:txBody>
          <a:bodyPr wrap="square" rtlCol="0">
            <a:spAutoFit/>
          </a:bodyPr>
          <a:lstStyle/>
          <a:p>
            <a:r>
              <a:rPr lang="en-US" dirty="0"/>
              <a:t> </a:t>
            </a:r>
          </a:p>
          <a:p>
            <a:pPr marL="285750" indent="-285750">
              <a:buFont typeface="Arial" panose="020B0604020202020204" pitchFamily="34" charset="0"/>
              <a:buChar char="•"/>
            </a:pPr>
            <a:r>
              <a:rPr lang="vi-VN" sz="1600" dirty="0"/>
              <a:t>Hiểu và trả lời các câu hỏi liên quan đến chính sách thuế, mã số thuế, kê khai, nộp thuế, hóa đơn điện tử, v.v.</a:t>
            </a:r>
            <a:endParaRPr lang="en-US" sz="1600" dirty="0"/>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vi-VN" sz="1600" dirty="0"/>
              <a:t>Truy xuất thông tin từ các văn bản pháp luật hiện hành (Luật Quản lý thuế, Thông tư, Nghị định,...)</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Tư vấn tình huống thực tế như: cách đăng ký mã số thuế cá nhân, cách khấu trừ thuế, hoặc các mức phạt liên quan.</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Hỗ trợ người dân, doanh nghiệp nhỏ tiếp cận thông tin thuế dễ dàng, giảm tải cho cơ quan thuế.</a:t>
            </a:r>
            <a:endParaRPr lang="en-US" sz="1600" dirty="0"/>
          </a:p>
          <a:p>
            <a:pPr marL="285750" indent="-285750">
              <a:buFont typeface="Arial" panose="020B0604020202020204" pitchFamily="34" charset="0"/>
              <a:buChar char="•"/>
            </a:pPr>
            <a:endParaRPr lang="vi-V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567"/>
        <p:cNvGrpSpPr/>
        <p:nvPr/>
      </p:nvGrpSpPr>
      <p:grpSpPr>
        <a:xfrm>
          <a:off x="0" y="0"/>
          <a:ext cx="0" cy="0"/>
          <a:chOff x="0" y="0"/>
          <a:chExt cx="0" cy="0"/>
        </a:xfrm>
      </p:grpSpPr>
      <p:sp>
        <p:nvSpPr>
          <p:cNvPr id="572" name="Google Shape;572;p22"/>
          <p:cNvSpPr/>
          <p:nvPr/>
        </p:nvSpPr>
        <p:spPr>
          <a:xfrm>
            <a:off x="476250" y="476250"/>
            <a:ext cx="1056573" cy="2442943"/>
          </a:xfrm>
          <a:custGeom>
            <a:avLst/>
            <a:gdLst/>
            <a:ahLst/>
            <a:cxnLst/>
            <a:rect l="l" t="t" r="r" b="b"/>
            <a:pathLst>
              <a:path w="1056573" h="2442943" extrusionOk="0">
                <a:moveTo>
                  <a:pt x="0" y="0"/>
                </a:moveTo>
                <a:lnTo>
                  <a:pt x="1056573" y="0"/>
                </a:lnTo>
                <a:lnTo>
                  <a:pt x="1056573" y="2442943"/>
                </a:lnTo>
                <a:lnTo>
                  <a:pt x="0" y="2442943"/>
                </a:lnTo>
                <a:lnTo>
                  <a:pt x="0" y="0"/>
                </a:lnTo>
                <a:close/>
              </a:path>
            </a:pathLst>
          </a:custGeom>
          <a:blipFill rotWithShape="1">
            <a:blip r:embed="rId3">
              <a:alphaModFix/>
            </a:blip>
            <a:stretch>
              <a:fillRect/>
            </a:stretch>
          </a:blipFill>
          <a:ln>
            <a:noFill/>
          </a:ln>
        </p:spPr>
        <p:txBody>
          <a:bodyPr/>
          <a:lstStyle/>
          <a:p>
            <a:endParaRPr lang="vi-VN"/>
          </a:p>
        </p:txBody>
      </p:sp>
      <p:sp>
        <p:nvSpPr>
          <p:cNvPr id="573" name="Google Shape;573;p22"/>
          <p:cNvSpPr/>
          <p:nvPr/>
        </p:nvSpPr>
        <p:spPr>
          <a:xfrm>
            <a:off x="5522730" y="7768435"/>
            <a:ext cx="1269965" cy="2007849"/>
          </a:xfrm>
          <a:custGeom>
            <a:avLst/>
            <a:gdLst/>
            <a:ahLst/>
            <a:cxnLst/>
            <a:rect l="l" t="t" r="r" b="b"/>
            <a:pathLst>
              <a:path w="1269965" h="2007849" extrusionOk="0">
                <a:moveTo>
                  <a:pt x="0" y="0"/>
                </a:moveTo>
                <a:lnTo>
                  <a:pt x="1269965" y="0"/>
                </a:lnTo>
                <a:lnTo>
                  <a:pt x="1269965" y="2007849"/>
                </a:lnTo>
                <a:lnTo>
                  <a:pt x="0" y="2007849"/>
                </a:lnTo>
                <a:lnTo>
                  <a:pt x="0" y="0"/>
                </a:lnTo>
                <a:close/>
              </a:path>
            </a:pathLst>
          </a:custGeom>
          <a:blipFill rotWithShape="1">
            <a:blip r:embed="rId4">
              <a:alphaModFix/>
            </a:blip>
            <a:stretch>
              <a:fillRect/>
            </a:stretch>
          </a:blipFill>
          <a:ln>
            <a:noFill/>
          </a:ln>
        </p:spPr>
        <p:txBody>
          <a:bodyPr/>
          <a:lstStyle/>
          <a:p>
            <a:endParaRPr lang="vi-VN"/>
          </a:p>
        </p:txBody>
      </p:sp>
      <p:sp>
        <p:nvSpPr>
          <p:cNvPr id="576" name="Google Shape;576;p22"/>
          <p:cNvSpPr txBox="1"/>
          <p:nvPr/>
        </p:nvSpPr>
        <p:spPr>
          <a:xfrm>
            <a:off x="10356339" y="806873"/>
            <a:ext cx="5475055" cy="1091068"/>
          </a:xfrm>
          <a:prstGeom prst="rect">
            <a:avLst/>
          </a:prstGeom>
          <a:noFill/>
          <a:ln>
            <a:noFill/>
          </a:ln>
        </p:spPr>
        <p:txBody>
          <a:bodyPr spcFirstLastPara="1" wrap="square" lIns="0" tIns="0" rIns="0" bIns="0" anchor="t" anchorCtr="0">
            <a:spAutoFit/>
          </a:bodyPr>
          <a:lstStyle/>
          <a:p>
            <a:pPr marL="0" marR="0" lvl="0" indent="0" algn="l" rtl="0">
              <a:lnSpc>
                <a:spcPct val="116996"/>
              </a:lnSpc>
              <a:spcBef>
                <a:spcPts val="0"/>
              </a:spcBef>
              <a:spcAft>
                <a:spcPts val="0"/>
              </a:spcAft>
              <a:buNone/>
            </a:pPr>
            <a:r>
              <a:rPr lang="en-US" sz="6060" dirty="0">
                <a:latin typeface="Josefin Sans Light"/>
                <a:sym typeface="Josefin Sans Light"/>
              </a:rPr>
              <a:t>SIMPLE RAG</a:t>
            </a:r>
            <a:endParaRPr dirty="0"/>
          </a:p>
        </p:txBody>
      </p:sp>
      <p:cxnSp>
        <p:nvCxnSpPr>
          <p:cNvPr id="577" name="Google Shape;577;p22"/>
          <p:cNvCxnSpPr/>
          <p:nvPr/>
        </p:nvCxnSpPr>
        <p:spPr>
          <a:xfrm>
            <a:off x="9522223" y="5887223"/>
            <a:ext cx="14584904" cy="0"/>
          </a:xfrm>
          <a:prstGeom prst="straightConnector1">
            <a:avLst/>
          </a:prstGeom>
          <a:noFill/>
          <a:ln w="28575" cap="flat" cmpd="sng">
            <a:solidFill>
              <a:srgbClr val="000000"/>
            </a:solidFill>
            <a:prstDash val="solid"/>
            <a:round/>
            <a:headEnd type="none" w="sm" len="sm"/>
            <a:tailEnd type="none" w="sm" len="sm"/>
          </a:ln>
        </p:spPr>
      </p:cxnSp>
      <p:cxnSp>
        <p:nvCxnSpPr>
          <p:cNvPr id="578" name="Google Shape;578;p22"/>
          <p:cNvCxnSpPr/>
          <p:nvPr/>
        </p:nvCxnSpPr>
        <p:spPr>
          <a:xfrm rot="10800000">
            <a:off x="8381743" y="-7776090"/>
            <a:ext cx="0" cy="14584904"/>
          </a:xfrm>
          <a:prstGeom prst="straightConnector1">
            <a:avLst/>
          </a:prstGeom>
          <a:noFill/>
          <a:ln w="28575" cap="flat" cmpd="sng">
            <a:solidFill>
              <a:srgbClr val="000000"/>
            </a:solidFill>
            <a:prstDash val="solid"/>
            <a:round/>
            <a:headEnd type="none" w="sm" len="sm"/>
            <a:tailEnd type="none" w="sm" len="sm"/>
          </a:ln>
        </p:spPr>
      </p:cxnSp>
      <p:pic>
        <p:nvPicPr>
          <p:cNvPr id="3" name="Picture 2">
            <a:extLst>
              <a:ext uri="{FF2B5EF4-FFF2-40B4-BE49-F238E27FC236}">
                <a16:creationId xmlns:a16="http://schemas.microsoft.com/office/drawing/2014/main" id="{9215071B-DC51-F826-8793-0AD9C2BF2EF0}"/>
              </a:ext>
            </a:extLst>
          </p:cNvPr>
          <p:cNvPicPr>
            <a:picLocks noChangeAspect="1"/>
          </p:cNvPicPr>
          <p:nvPr/>
        </p:nvPicPr>
        <p:blipFill>
          <a:blip r:embed="rId5"/>
          <a:stretch>
            <a:fillRect/>
          </a:stretch>
        </p:blipFill>
        <p:spPr>
          <a:xfrm>
            <a:off x="122981" y="1124954"/>
            <a:ext cx="8019523" cy="8651330"/>
          </a:xfrm>
          <a:prstGeom prst="rect">
            <a:avLst/>
          </a:prstGeom>
        </p:spPr>
      </p:pic>
      <p:sp>
        <p:nvSpPr>
          <p:cNvPr id="4" name="TextBox 3">
            <a:extLst>
              <a:ext uri="{FF2B5EF4-FFF2-40B4-BE49-F238E27FC236}">
                <a16:creationId xmlns:a16="http://schemas.microsoft.com/office/drawing/2014/main" id="{7ED5352D-C10F-2AFA-8E30-A6D6968EE234}"/>
              </a:ext>
            </a:extLst>
          </p:cNvPr>
          <p:cNvSpPr txBox="1"/>
          <p:nvPr/>
        </p:nvSpPr>
        <p:spPr>
          <a:xfrm>
            <a:off x="8831824" y="2471724"/>
            <a:ext cx="7982851" cy="2769989"/>
          </a:xfrm>
          <a:prstGeom prst="rect">
            <a:avLst/>
          </a:prstGeom>
          <a:noFill/>
        </p:spPr>
        <p:txBody>
          <a:bodyPr wrap="square" rtlCol="0">
            <a:spAutoFit/>
          </a:bodyPr>
          <a:lstStyle/>
          <a:p>
            <a:r>
              <a:rPr lang="vi-VN" sz="1600" b="1" dirty="0"/>
              <a:t>RAG (Retrieval-Augmented Generation)</a:t>
            </a:r>
            <a:r>
              <a:rPr lang="vi-VN" sz="1600" dirty="0"/>
              <a:t> là kỹ thuật kết hợp hai sức mạnh:</a:t>
            </a:r>
            <a:endParaRPr lang="en-US" sz="1600" dirty="0"/>
          </a:p>
          <a:p>
            <a:endParaRPr lang="en-US" sz="1600" dirty="0"/>
          </a:p>
          <a:p>
            <a:pPr marL="285750" indent="-285750">
              <a:buFont typeface="Arial" panose="020B0604020202020204" pitchFamily="34" charset="0"/>
              <a:buChar char="•"/>
            </a:pPr>
            <a:r>
              <a:rPr lang="vi-VN" sz="1600" b="1" dirty="0"/>
              <a:t>Retrieval</a:t>
            </a:r>
            <a:r>
              <a:rPr lang="vi-VN" sz="1600" dirty="0"/>
              <a:t> (truy xuất thông tin): lấy thông tin chính xác từ </a:t>
            </a:r>
            <a:r>
              <a:rPr lang="vi-VN" sz="1600" b="1" dirty="0"/>
              <a:t>nguồn dữ liệu thực tế</a:t>
            </a:r>
            <a:r>
              <a:rPr lang="vi-VN" sz="1600" dirty="0"/>
              <a:t> (cơ sở tri thức, tài liệu, PDF, cơ sở dữ liệu,...)</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b="1" dirty="0"/>
              <a:t>Generation</a:t>
            </a:r>
            <a:r>
              <a:rPr lang="vi-VN" sz="1600" dirty="0"/>
              <a:t> (sinh ngôn ngữ): dùng </a:t>
            </a:r>
            <a:r>
              <a:rPr lang="vi-VN" sz="1600" b="1" dirty="0"/>
              <a:t>mô hình ngôn ngữ lớn (LLM)</a:t>
            </a:r>
            <a:r>
              <a:rPr lang="vi-VN" sz="1600" dirty="0"/>
              <a:t> như GPT để tạo ra </a:t>
            </a:r>
            <a:r>
              <a:rPr lang="vi-VN" sz="1600" b="1" dirty="0"/>
              <a:t>câu trả lời tự nhiên, đầy đủ và chính xác</a:t>
            </a:r>
            <a:r>
              <a:rPr lang="vi-VN" sz="1600" dirty="0"/>
              <a:t> dựa trên thông tin truy xuất được.</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Giúp mô hình </a:t>
            </a:r>
            <a:r>
              <a:rPr lang="vi-VN" sz="1600" b="1" dirty="0"/>
              <a:t>không cần phải ghi nhớ mọi kiến thức trong tham số</a:t>
            </a:r>
            <a:r>
              <a:rPr lang="vi-VN" sz="1600" dirty="0"/>
              <a:t>, mà </a:t>
            </a:r>
            <a:r>
              <a:rPr lang="vi-VN" sz="1600" b="1" dirty="0"/>
              <a:t>vẫn trả lời được các câu hỏi dựa trên dữ liệu riêng</a:t>
            </a:r>
            <a:r>
              <a:rPr lang="vi-VN" sz="1600" dirty="0"/>
              <a:t> của bạn.</a:t>
            </a:r>
          </a:p>
          <a:p>
            <a:endParaRPr lang="vi-VN" dirty="0"/>
          </a:p>
        </p:txBody>
      </p:sp>
      <p:pic>
        <p:nvPicPr>
          <p:cNvPr id="6" name="Picture 5">
            <a:extLst>
              <a:ext uri="{FF2B5EF4-FFF2-40B4-BE49-F238E27FC236}">
                <a16:creationId xmlns:a16="http://schemas.microsoft.com/office/drawing/2014/main" id="{7112787B-B872-052D-4ABE-50B885E2BEE9}"/>
              </a:ext>
            </a:extLst>
          </p:cNvPr>
          <p:cNvPicPr>
            <a:picLocks noChangeAspect="1"/>
          </p:cNvPicPr>
          <p:nvPr/>
        </p:nvPicPr>
        <p:blipFill>
          <a:blip r:embed="rId6"/>
          <a:srcRect l="1404"/>
          <a:stretch>
            <a:fillRect/>
          </a:stretch>
        </p:blipFill>
        <p:spPr>
          <a:xfrm>
            <a:off x="9522223" y="5932512"/>
            <a:ext cx="7518396" cy="38437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599"/>
        <p:cNvGrpSpPr/>
        <p:nvPr/>
      </p:nvGrpSpPr>
      <p:grpSpPr>
        <a:xfrm>
          <a:off x="0" y="0"/>
          <a:ext cx="0" cy="0"/>
          <a:chOff x="0" y="0"/>
          <a:chExt cx="0" cy="0"/>
        </a:xfrm>
      </p:grpSpPr>
      <p:cxnSp>
        <p:nvCxnSpPr>
          <p:cNvPr id="604" name="Google Shape;604;p24"/>
          <p:cNvCxnSpPr/>
          <p:nvPr/>
        </p:nvCxnSpPr>
        <p:spPr>
          <a:xfrm>
            <a:off x="-3445080" y="8126231"/>
            <a:ext cx="25280728" cy="0"/>
          </a:xfrm>
          <a:prstGeom prst="straightConnector1">
            <a:avLst/>
          </a:prstGeom>
          <a:noFill/>
          <a:ln w="28575" cap="flat" cmpd="sng">
            <a:solidFill>
              <a:srgbClr val="000000"/>
            </a:solidFill>
            <a:prstDash val="solid"/>
            <a:round/>
            <a:headEnd type="none" w="sm" len="sm"/>
            <a:tailEnd type="none" w="sm" len="sm"/>
          </a:ln>
        </p:spPr>
      </p:cxnSp>
      <p:sp>
        <p:nvSpPr>
          <p:cNvPr id="605" name="Google Shape;605;p24"/>
          <p:cNvSpPr/>
          <p:nvPr/>
        </p:nvSpPr>
        <p:spPr>
          <a:xfrm>
            <a:off x="16883074" y="8866371"/>
            <a:ext cx="2809852" cy="1534881"/>
          </a:xfrm>
          <a:custGeom>
            <a:avLst/>
            <a:gdLst/>
            <a:ahLst/>
            <a:cxnLst/>
            <a:rect l="l" t="t" r="r" b="b"/>
            <a:pathLst>
              <a:path w="2809852" h="1534881" extrusionOk="0">
                <a:moveTo>
                  <a:pt x="0" y="0"/>
                </a:moveTo>
                <a:lnTo>
                  <a:pt x="2809852" y="0"/>
                </a:lnTo>
                <a:lnTo>
                  <a:pt x="2809852" y="1534881"/>
                </a:lnTo>
                <a:lnTo>
                  <a:pt x="0" y="1534881"/>
                </a:lnTo>
                <a:lnTo>
                  <a:pt x="0" y="0"/>
                </a:lnTo>
                <a:close/>
              </a:path>
            </a:pathLst>
          </a:custGeom>
          <a:blipFill rotWithShape="1">
            <a:blip r:embed="rId3">
              <a:alphaModFix/>
            </a:blip>
            <a:stretch>
              <a:fillRect/>
            </a:stretch>
          </a:blipFill>
          <a:ln>
            <a:noFill/>
          </a:ln>
        </p:spPr>
        <p:txBody>
          <a:bodyPr/>
          <a:lstStyle/>
          <a:p>
            <a:endParaRPr lang="vi-VN"/>
          </a:p>
        </p:txBody>
      </p:sp>
      <p:sp>
        <p:nvSpPr>
          <p:cNvPr id="606" name="Google Shape;606;p24"/>
          <p:cNvSpPr/>
          <p:nvPr/>
        </p:nvSpPr>
        <p:spPr>
          <a:xfrm>
            <a:off x="-908155" y="-268551"/>
            <a:ext cx="2809852" cy="1534881"/>
          </a:xfrm>
          <a:custGeom>
            <a:avLst/>
            <a:gdLst/>
            <a:ahLst/>
            <a:cxnLst/>
            <a:rect l="l" t="t" r="r" b="b"/>
            <a:pathLst>
              <a:path w="2809852" h="1534881" extrusionOk="0">
                <a:moveTo>
                  <a:pt x="0" y="0"/>
                </a:moveTo>
                <a:lnTo>
                  <a:pt x="2809852" y="0"/>
                </a:lnTo>
                <a:lnTo>
                  <a:pt x="2809852" y="1534882"/>
                </a:lnTo>
                <a:lnTo>
                  <a:pt x="0" y="1534882"/>
                </a:lnTo>
                <a:lnTo>
                  <a:pt x="0" y="0"/>
                </a:lnTo>
                <a:close/>
              </a:path>
            </a:pathLst>
          </a:custGeom>
          <a:blipFill rotWithShape="1">
            <a:blip r:embed="rId3">
              <a:alphaModFix/>
            </a:blip>
            <a:stretch>
              <a:fillRect/>
            </a:stretch>
          </a:blipFill>
          <a:ln>
            <a:noFill/>
          </a:ln>
        </p:spPr>
        <p:txBody>
          <a:bodyPr/>
          <a:lstStyle/>
          <a:p>
            <a:endParaRPr lang="vi-VN"/>
          </a:p>
        </p:txBody>
      </p:sp>
      <p:sp>
        <p:nvSpPr>
          <p:cNvPr id="612" name="Google Shape;612;p24"/>
          <p:cNvSpPr txBox="1"/>
          <p:nvPr/>
        </p:nvSpPr>
        <p:spPr>
          <a:xfrm>
            <a:off x="1083115" y="8735702"/>
            <a:ext cx="10466966" cy="1315809"/>
          </a:xfrm>
          <a:prstGeom prst="rect">
            <a:avLst/>
          </a:prstGeom>
          <a:noFill/>
          <a:ln>
            <a:noFill/>
          </a:ln>
        </p:spPr>
        <p:txBody>
          <a:bodyPr spcFirstLastPara="1" wrap="square" lIns="0" tIns="0" rIns="0" bIns="0" anchor="t" anchorCtr="0">
            <a:spAutoFit/>
          </a:bodyPr>
          <a:lstStyle/>
          <a:p>
            <a:pPr marL="0" marR="0" lvl="0" indent="0" algn="ctr" rtl="0">
              <a:lnSpc>
                <a:spcPct val="117022"/>
              </a:lnSpc>
              <a:spcBef>
                <a:spcPts val="0"/>
              </a:spcBef>
              <a:spcAft>
                <a:spcPts val="0"/>
              </a:spcAft>
              <a:buNone/>
            </a:pPr>
            <a:r>
              <a:rPr lang="en-US" sz="7308" b="0" i="0" u="none" strike="noStrike" cap="none" dirty="0">
                <a:solidFill>
                  <a:srgbClr val="000000"/>
                </a:solidFill>
                <a:latin typeface="Josefin Sans Light"/>
                <a:ea typeface="Josefin Sans Light"/>
                <a:cs typeface="Josefin Sans Light"/>
                <a:sym typeface="Josefin Sans Light"/>
              </a:rPr>
              <a:t>LAWCHAT ROADMAP</a:t>
            </a:r>
            <a:endParaRPr dirty="0"/>
          </a:p>
        </p:txBody>
      </p:sp>
      <p:pic>
        <p:nvPicPr>
          <p:cNvPr id="7" name="Picture 6" descr="A diagram of a document&#10;&#10;AI-generated content may be incorrect.">
            <a:extLst>
              <a:ext uri="{FF2B5EF4-FFF2-40B4-BE49-F238E27FC236}">
                <a16:creationId xmlns:a16="http://schemas.microsoft.com/office/drawing/2014/main" id="{5DF9A487-468E-2A63-0023-9450165B78A5}"/>
              </a:ext>
            </a:extLst>
          </p:cNvPr>
          <p:cNvPicPr>
            <a:picLocks noChangeAspect="1"/>
          </p:cNvPicPr>
          <p:nvPr/>
        </p:nvPicPr>
        <p:blipFill>
          <a:blip r:embed="rId4"/>
          <a:stretch>
            <a:fillRect/>
          </a:stretch>
        </p:blipFill>
        <p:spPr>
          <a:xfrm>
            <a:off x="2554514" y="1248950"/>
            <a:ext cx="13178972" cy="62678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127"/>
        <p:cNvGrpSpPr/>
        <p:nvPr/>
      </p:nvGrpSpPr>
      <p:grpSpPr>
        <a:xfrm>
          <a:off x="0" y="0"/>
          <a:ext cx="0" cy="0"/>
          <a:chOff x="0" y="0"/>
          <a:chExt cx="0" cy="0"/>
        </a:xfrm>
      </p:grpSpPr>
      <p:cxnSp>
        <p:nvCxnSpPr>
          <p:cNvPr id="128" name="Google Shape;128;p15"/>
          <p:cNvCxnSpPr/>
          <p:nvPr/>
        </p:nvCxnSpPr>
        <p:spPr>
          <a:xfrm>
            <a:off x="-3463281" y="8723470"/>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29" name="Google Shape;129;p15"/>
          <p:cNvCxnSpPr/>
          <p:nvPr/>
        </p:nvCxnSpPr>
        <p:spPr>
          <a:xfrm>
            <a:off x="-3463281" y="9483197"/>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30" name="Google Shape;130;p15"/>
          <p:cNvCxnSpPr/>
          <p:nvPr/>
        </p:nvCxnSpPr>
        <p:spPr>
          <a:xfrm>
            <a:off x="-3463281" y="2201219"/>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31" name="Google Shape;131;p15"/>
          <p:cNvCxnSpPr/>
          <p:nvPr/>
        </p:nvCxnSpPr>
        <p:spPr>
          <a:xfrm>
            <a:off x="-3463281" y="2960946"/>
            <a:ext cx="25317130" cy="0"/>
          </a:xfrm>
          <a:prstGeom prst="straightConnector1">
            <a:avLst/>
          </a:prstGeom>
          <a:noFill/>
          <a:ln w="28575" cap="flat" cmpd="sng">
            <a:solidFill>
              <a:srgbClr val="000000"/>
            </a:solidFill>
            <a:prstDash val="solid"/>
            <a:round/>
            <a:headEnd type="none" w="sm" len="sm"/>
            <a:tailEnd type="none" w="sm" len="sm"/>
          </a:ln>
        </p:spPr>
      </p:cxnSp>
      <p:grpSp>
        <p:nvGrpSpPr>
          <p:cNvPr id="132" name="Google Shape;132;p15"/>
          <p:cNvGrpSpPr/>
          <p:nvPr/>
        </p:nvGrpSpPr>
        <p:grpSpPr>
          <a:xfrm>
            <a:off x="9620622" y="1897609"/>
            <a:ext cx="6166244" cy="7571301"/>
            <a:chOff x="0" y="-76200"/>
            <a:chExt cx="1624031" cy="1994087"/>
          </a:xfrm>
        </p:grpSpPr>
        <p:sp>
          <p:nvSpPr>
            <p:cNvPr id="133" name="Google Shape;133;p15"/>
            <p:cNvSpPr/>
            <p:nvPr/>
          </p:nvSpPr>
          <p:spPr>
            <a:xfrm>
              <a:off x="0" y="0"/>
              <a:ext cx="1624031" cy="1917887"/>
            </a:xfrm>
            <a:custGeom>
              <a:avLst/>
              <a:gdLst/>
              <a:ahLst/>
              <a:cxnLst/>
              <a:rect l="l" t="t" r="r" b="b"/>
              <a:pathLst>
                <a:path w="1624031" h="1917887" extrusionOk="0">
                  <a:moveTo>
                    <a:pt x="0" y="0"/>
                  </a:moveTo>
                  <a:lnTo>
                    <a:pt x="1624031" y="0"/>
                  </a:lnTo>
                  <a:lnTo>
                    <a:pt x="1624031" y="1917887"/>
                  </a:lnTo>
                  <a:lnTo>
                    <a:pt x="0" y="1917887"/>
                  </a:lnTo>
                  <a:close/>
                </a:path>
              </a:pathLst>
            </a:custGeom>
            <a:solidFill>
              <a:srgbClr val="000000"/>
            </a:solidFill>
            <a:ln>
              <a:noFill/>
            </a:ln>
          </p:spPr>
          <p:txBody>
            <a:bodyPr/>
            <a:lstStyle/>
            <a:p>
              <a:endParaRPr lang="vi-VN"/>
            </a:p>
          </p:txBody>
        </p:sp>
        <p:sp>
          <p:nvSpPr>
            <p:cNvPr id="134" name="Google Shape;134;p15"/>
            <p:cNvSpPr txBox="1"/>
            <p:nvPr/>
          </p:nvSpPr>
          <p:spPr>
            <a:xfrm>
              <a:off x="0" y="-76200"/>
              <a:ext cx="1624031" cy="1994087"/>
            </a:xfrm>
            <a:prstGeom prst="rect">
              <a:avLst/>
            </a:prstGeom>
            <a:noFill/>
            <a:ln>
              <a:noFill/>
            </a:ln>
          </p:spPr>
          <p:txBody>
            <a:bodyPr spcFirstLastPara="1" wrap="square" lIns="50800" tIns="50800" rIns="50800" bIns="508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6" name="Google Shape;136;p15"/>
          <p:cNvGrpSpPr/>
          <p:nvPr/>
        </p:nvGrpSpPr>
        <p:grpSpPr>
          <a:xfrm>
            <a:off x="1367453" y="3127034"/>
            <a:ext cx="5752035" cy="76764"/>
            <a:chOff x="0" y="0"/>
            <a:chExt cx="7669380" cy="102352"/>
          </a:xfrm>
        </p:grpSpPr>
        <p:grpSp>
          <p:nvGrpSpPr>
            <p:cNvPr id="137" name="Google Shape;137;p15"/>
            <p:cNvGrpSpPr/>
            <p:nvPr/>
          </p:nvGrpSpPr>
          <p:grpSpPr>
            <a:xfrm>
              <a:off x="1677788" y="0"/>
              <a:ext cx="102352" cy="102352"/>
              <a:chOff x="0" y="0"/>
              <a:chExt cx="812800" cy="812800"/>
            </a:xfrm>
          </p:grpSpPr>
          <p:sp>
            <p:nvSpPr>
              <p:cNvPr id="138" name="Google Shape;13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0" name="Google Shape;140;p15"/>
            <p:cNvGrpSpPr/>
            <p:nvPr/>
          </p:nvGrpSpPr>
          <p:grpSpPr>
            <a:xfrm>
              <a:off x="186421" y="0"/>
              <a:ext cx="102352" cy="102352"/>
              <a:chOff x="0" y="0"/>
              <a:chExt cx="812800" cy="812800"/>
            </a:xfrm>
          </p:grpSpPr>
          <p:sp>
            <p:nvSpPr>
              <p:cNvPr id="141" name="Google Shape;14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3" name="Google Shape;143;p15"/>
            <p:cNvGrpSpPr/>
            <p:nvPr/>
          </p:nvGrpSpPr>
          <p:grpSpPr>
            <a:xfrm>
              <a:off x="2050629" y="0"/>
              <a:ext cx="102352" cy="102352"/>
              <a:chOff x="0" y="0"/>
              <a:chExt cx="812800" cy="812800"/>
            </a:xfrm>
          </p:grpSpPr>
          <p:sp>
            <p:nvSpPr>
              <p:cNvPr id="144" name="Google Shape;14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6" name="Google Shape;146;p15"/>
            <p:cNvGrpSpPr/>
            <p:nvPr/>
          </p:nvGrpSpPr>
          <p:grpSpPr>
            <a:xfrm>
              <a:off x="559263" y="0"/>
              <a:ext cx="102352" cy="102352"/>
              <a:chOff x="0" y="0"/>
              <a:chExt cx="812800" cy="812800"/>
            </a:xfrm>
          </p:grpSpPr>
          <p:sp>
            <p:nvSpPr>
              <p:cNvPr id="147" name="Google Shape;14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9" name="Google Shape;149;p15"/>
            <p:cNvGrpSpPr/>
            <p:nvPr/>
          </p:nvGrpSpPr>
          <p:grpSpPr>
            <a:xfrm>
              <a:off x="2423471" y="0"/>
              <a:ext cx="102352" cy="102352"/>
              <a:chOff x="0" y="0"/>
              <a:chExt cx="812800" cy="812800"/>
            </a:xfrm>
          </p:grpSpPr>
          <p:sp>
            <p:nvSpPr>
              <p:cNvPr id="150" name="Google Shape;15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2" name="Google Shape;152;p15"/>
            <p:cNvGrpSpPr/>
            <p:nvPr/>
          </p:nvGrpSpPr>
          <p:grpSpPr>
            <a:xfrm>
              <a:off x="932104" y="0"/>
              <a:ext cx="102352" cy="102352"/>
              <a:chOff x="0" y="0"/>
              <a:chExt cx="812800" cy="812800"/>
            </a:xfrm>
          </p:grpSpPr>
          <p:sp>
            <p:nvSpPr>
              <p:cNvPr id="153" name="Google Shape;15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5" name="Google Shape;155;p15"/>
            <p:cNvGrpSpPr/>
            <p:nvPr/>
          </p:nvGrpSpPr>
          <p:grpSpPr>
            <a:xfrm>
              <a:off x="2796313" y="0"/>
              <a:ext cx="102352" cy="102352"/>
              <a:chOff x="0" y="0"/>
              <a:chExt cx="812800" cy="812800"/>
            </a:xfrm>
          </p:grpSpPr>
          <p:sp>
            <p:nvSpPr>
              <p:cNvPr id="156" name="Google Shape;15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8" name="Google Shape;158;p15"/>
            <p:cNvGrpSpPr/>
            <p:nvPr/>
          </p:nvGrpSpPr>
          <p:grpSpPr>
            <a:xfrm>
              <a:off x="2982733" y="0"/>
              <a:ext cx="102352" cy="102352"/>
              <a:chOff x="0" y="0"/>
              <a:chExt cx="812800" cy="812800"/>
            </a:xfrm>
          </p:grpSpPr>
          <p:sp>
            <p:nvSpPr>
              <p:cNvPr id="159" name="Google Shape;15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15"/>
            <p:cNvGrpSpPr/>
            <p:nvPr/>
          </p:nvGrpSpPr>
          <p:grpSpPr>
            <a:xfrm>
              <a:off x="3169154" y="0"/>
              <a:ext cx="102352" cy="102352"/>
              <a:chOff x="0" y="0"/>
              <a:chExt cx="812800" cy="812800"/>
            </a:xfrm>
          </p:grpSpPr>
          <p:sp>
            <p:nvSpPr>
              <p:cNvPr id="162" name="Google Shape;16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4" name="Google Shape;164;p15"/>
            <p:cNvGrpSpPr/>
            <p:nvPr/>
          </p:nvGrpSpPr>
          <p:grpSpPr>
            <a:xfrm>
              <a:off x="3355575" y="0"/>
              <a:ext cx="102352" cy="102352"/>
              <a:chOff x="0" y="0"/>
              <a:chExt cx="812800" cy="812800"/>
            </a:xfrm>
          </p:grpSpPr>
          <p:sp>
            <p:nvSpPr>
              <p:cNvPr id="165" name="Google Shape;16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167" name="Google Shape;167;p15"/>
            <p:cNvGrpSpPr/>
            <p:nvPr/>
          </p:nvGrpSpPr>
          <p:grpSpPr>
            <a:xfrm>
              <a:off x="1491367" y="0"/>
              <a:ext cx="102352" cy="102352"/>
              <a:chOff x="0" y="0"/>
              <a:chExt cx="812800" cy="812800"/>
            </a:xfrm>
          </p:grpSpPr>
          <p:sp>
            <p:nvSpPr>
              <p:cNvPr id="168" name="Google Shape;16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 name="Google Shape;170;p15"/>
            <p:cNvGrpSpPr/>
            <p:nvPr/>
          </p:nvGrpSpPr>
          <p:grpSpPr>
            <a:xfrm>
              <a:off x="0" y="0"/>
              <a:ext cx="102352" cy="102352"/>
              <a:chOff x="0" y="0"/>
              <a:chExt cx="812800" cy="812800"/>
            </a:xfrm>
          </p:grpSpPr>
          <p:sp>
            <p:nvSpPr>
              <p:cNvPr id="171" name="Google Shape;17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 name="Google Shape;173;p15"/>
            <p:cNvGrpSpPr/>
            <p:nvPr/>
          </p:nvGrpSpPr>
          <p:grpSpPr>
            <a:xfrm>
              <a:off x="1864208" y="0"/>
              <a:ext cx="102352" cy="102352"/>
              <a:chOff x="0" y="0"/>
              <a:chExt cx="812800" cy="812800"/>
            </a:xfrm>
          </p:grpSpPr>
          <p:sp>
            <p:nvSpPr>
              <p:cNvPr id="174" name="Google Shape;17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15"/>
            <p:cNvGrpSpPr/>
            <p:nvPr/>
          </p:nvGrpSpPr>
          <p:grpSpPr>
            <a:xfrm>
              <a:off x="372842" y="0"/>
              <a:ext cx="102352" cy="102352"/>
              <a:chOff x="0" y="0"/>
              <a:chExt cx="812800" cy="812800"/>
            </a:xfrm>
          </p:grpSpPr>
          <p:sp>
            <p:nvSpPr>
              <p:cNvPr id="177" name="Google Shape;17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15"/>
            <p:cNvGrpSpPr/>
            <p:nvPr/>
          </p:nvGrpSpPr>
          <p:grpSpPr>
            <a:xfrm>
              <a:off x="2237050" y="0"/>
              <a:ext cx="102352" cy="102352"/>
              <a:chOff x="0" y="0"/>
              <a:chExt cx="812800" cy="812800"/>
            </a:xfrm>
          </p:grpSpPr>
          <p:sp>
            <p:nvSpPr>
              <p:cNvPr id="180" name="Google Shape;18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15"/>
            <p:cNvGrpSpPr/>
            <p:nvPr/>
          </p:nvGrpSpPr>
          <p:grpSpPr>
            <a:xfrm>
              <a:off x="745683" y="0"/>
              <a:ext cx="102352" cy="102352"/>
              <a:chOff x="0" y="0"/>
              <a:chExt cx="812800" cy="812800"/>
            </a:xfrm>
          </p:grpSpPr>
          <p:sp>
            <p:nvSpPr>
              <p:cNvPr id="183" name="Google Shape;18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15"/>
            <p:cNvGrpSpPr/>
            <p:nvPr/>
          </p:nvGrpSpPr>
          <p:grpSpPr>
            <a:xfrm>
              <a:off x="2609892" y="0"/>
              <a:ext cx="102352" cy="102352"/>
              <a:chOff x="0" y="0"/>
              <a:chExt cx="812800" cy="812800"/>
            </a:xfrm>
          </p:grpSpPr>
          <p:sp>
            <p:nvSpPr>
              <p:cNvPr id="186" name="Google Shape;18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8" name="Google Shape;188;p15"/>
            <p:cNvGrpSpPr/>
            <p:nvPr/>
          </p:nvGrpSpPr>
          <p:grpSpPr>
            <a:xfrm>
              <a:off x="1118525" y="0"/>
              <a:ext cx="102352" cy="102352"/>
              <a:chOff x="0" y="0"/>
              <a:chExt cx="812800" cy="812800"/>
            </a:xfrm>
          </p:grpSpPr>
          <p:sp>
            <p:nvSpPr>
              <p:cNvPr id="189" name="Google Shape;18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1" name="Google Shape;191;p15"/>
            <p:cNvGrpSpPr/>
            <p:nvPr/>
          </p:nvGrpSpPr>
          <p:grpSpPr>
            <a:xfrm>
              <a:off x="1304946" y="0"/>
              <a:ext cx="102352" cy="102352"/>
              <a:chOff x="0" y="0"/>
              <a:chExt cx="812800" cy="812800"/>
            </a:xfrm>
          </p:grpSpPr>
          <p:sp>
            <p:nvSpPr>
              <p:cNvPr id="192" name="Google Shape;19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4" name="Google Shape;194;p15"/>
            <p:cNvGrpSpPr/>
            <p:nvPr/>
          </p:nvGrpSpPr>
          <p:grpSpPr>
            <a:xfrm>
              <a:off x="3547005" y="0"/>
              <a:ext cx="102352" cy="102352"/>
              <a:chOff x="0" y="0"/>
              <a:chExt cx="812800" cy="812800"/>
            </a:xfrm>
          </p:grpSpPr>
          <p:sp>
            <p:nvSpPr>
              <p:cNvPr id="195" name="Google Shape;19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7" name="Google Shape;197;p15"/>
            <p:cNvGrpSpPr/>
            <p:nvPr/>
          </p:nvGrpSpPr>
          <p:grpSpPr>
            <a:xfrm>
              <a:off x="3929864" y="0"/>
              <a:ext cx="102352" cy="102352"/>
              <a:chOff x="0" y="0"/>
              <a:chExt cx="812800" cy="812800"/>
            </a:xfrm>
          </p:grpSpPr>
          <p:sp>
            <p:nvSpPr>
              <p:cNvPr id="198" name="Google Shape;19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15"/>
            <p:cNvGrpSpPr/>
            <p:nvPr/>
          </p:nvGrpSpPr>
          <p:grpSpPr>
            <a:xfrm>
              <a:off x="4312724" y="0"/>
              <a:ext cx="102352" cy="102352"/>
              <a:chOff x="0" y="0"/>
              <a:chExt cx="812800" cy="812800"/>
            </a:xfrm>
          </p:grpSpPr>
          <p:sp>
            <p:nvSpPr>
              <p:cNvPr id="201" name="Google Shape;20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3" name="Google Shape;203;p15"/>
            <p:cNvGrpSpPr/>
            <p:nvPr/>
          </p:nvGrpSpPr>
          <p:grpSpPr>
            <a:xfrm>
              <a:off x="6227021" y="0"/>
              <a:ext cx="102352" cy="102352"/>
              <a:chOff x="0" y="0"/>
              <a:chExt cx="812800" cy="812800"/>
            </a:xfrm>
          </p:grpSpPr>
          <p:sp>
            <p:nvSpPr>
              <p:cNvPr id="204" name="Google Shape;20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6" name="Google Shape;206;p15"/>
            <p:cNvGrpSpPr/>
            <p:nvPr/>
          </p:nvGrpSpPr>
          <p:grpSpPr>
            <a:xfrm>
              <a:off x="4695583" y="0"/>
              <a:ext cx="102352" cy="102352"/>
              <a:chOff x="0" y="0"/>
              <a:chExt cx="812800" cy="812800"/>
            </a:xfrm>
          </p:grpSpPr>
          <p:sp>
            <p:nvSpPr>
              <p:cNvPr id="207" name="Google Shape;20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9" name="Google Shape;209;p15"/>
            <p:cNvGrpSpPr/>
            <p:nvPr/>
          </p:nvGrpSpPr>
          <p:grpSpPr>
            <a:xfrm>
              <a:off x="6609880" y="0"/>
              <a:ext cx="102352" cy="102352"/>
              <a:chOff x="0" y="0"/>
              <a:chExt cx="812800" cy="812800"/>
            </a:xfrm>
          </p:grpSpPr>
          <p:sp>
            <p:nvSpPr>
              <p:cNvPr id="210" name="Google Shape;21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2" name="Google Shape;212;p15"/>
            <p:cNvGrpSpPr/>
            <p:nvPr/>
          </p:nvGrpSpPr>
          <p:grpSpPr>
            <a:xfrm>
              <a:off x="5078442" y="0"/>
              <a:ext cx="102352" cy="102352"/>
              <a:chOff x="0" y="0"/>
              <a:chExt cx="812800" cy="812800"/>
            </a:xfrm>
          </p:grpSpPr>
          <p:sp>
            <p:nvSpPr>
              <p:cNvPr id="213" name="Google Shape;21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5" name="Google Shape;215;p15"/>
            <p:cNvGrpSpPr/>
            <p:nvPr/>
          </p:nvGrpSpPr>
          <p:grpSpPr>
            <a:xfrm>
              <a:off x="6992739" y="0"/>
              <a:ext cx="102352" cy="102352"/>
              <a:chOff x="0" y="0"/>
              <a:chExt cx="812800" cy="812800"/>
            </a:xfrm>
          </p:grpSpPr>
          <p:sp>
            <p:nvSpPr>
              <p:cNvPr id="216" name="Google Shape;21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8" name="Google Shape;218;p15"/>
            <p:cNvGrpSpPr/>
            <p:nvPr/>
          </p:nvGrpSpPr>
          <p:grpSpPr>
            <a:xfrm>
              <a:off x="5461302" y="0"/>
              <a:ext cx="102352" cy="102352"/>
              <a:chOff x="0" y="0"/>
              <a:chExt cx="812800" cy="812800"/>
            </a:xfrm>
          </p:grpSpPr>
          <p:sp>
            <p:nvSpPr>
              <p:cNvPr id="219" name="Google Shape;21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1" name="Google Shape;221;p15"/>
            <p:cNvGrpSpPr/>
            <p:nvPr/>
          </p:nvGrpSpPr>
          <p:grpSpPr>
            <a:xfrm>
              <a:off x="7375599" y="0"/>
              <a:ext cx="102352" cy="102352"/>
              <a:chOff x="0" y="0"/>
              <a:chExt cx="812800" cy="812800"/>
            </a:xfrm>
          </p:grpSpPr>
          <p:sp>
            <p:nvSpPr>
              <p:cNvPr id="222" name="Google Shape;22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4" name="Google Shape;224;p15"/>
            <p:cNvGrpSpPr/>
            <p:nvPr/>
          </p:nvGrpSpPr>
          <p:grpSpPr>
            <a:xfrm>
              <a:off x="7567028" y="0"/>
              <a:ext cx="102352" cy="102352"/>
              <a:chOff x="0" y="0"/>
              <a:chExt cx="812800" cy="812800"/>
            </a:xfrm>
          </p:grpSpPr>
          <p:sp>
            <p:nvSpPr>
              <p:cNvPr id="225" name="Google Shape;22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7" name="Google Shape;227;p15"/>
            <p:cNvGrpSpPr/>
            <p:nvPr/>
          </p:nvGrpSpPr>
          <p:grpSpPr>
            <a:xfrm>
              <a:off x="3738434" y="0"/>
              <a:ext cx="102352" cy="102352"/>
              <a:chOff x="0" y="0"/>
              <a:chExt cx="812800" cy="812800"/>
            </a:xfrm>
          </p:grpSpPr>
          <p:sp>
            <p:nvSpPr>
              <p:cNvPr id="228" name="Google Shape;22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0" name="Google Shape;230;p15"/>
            <p:cNvGrpSpPr/>
            <p:nvPr/>
          </p:nvGrpSpPr>
          <p:grpSpPr>
            <a:xfrm>
              <a:off x="4121294" y="0"/>
              <a:ext cx="102352" cy="102352"/>
              <a:chOff x="0" y="0"/>
              <a:chExt cx="812800" cy="812800"/>
            </a:xfrm>
          </p:grpSpPr>
          <p:sp>
            <p:nvSpPr>
              <p:cNvPr id="231" name="Google Shape;23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3" name="Google Shape;233;p15"/>
            <p:cNvGrpSpPr/>
            <p:nvPr/>
          </p:nvGrpSpPr>
          <p:grpSpPr>
            <a:xfrm>
              <a:off x="6035591" y="0"/>
              <a:ext cx="102352" cy="102352"/>
              <a:chOff x="0" y="0"/>
              <a:chExt cx="812800" cy="812800"/>
            </a:xfrm>
          </p:grpSpPr>
          <p:sp>
            <p:nvSpPr>
              <p:cNvPr id="234" name="Google Shape;23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6" name="Google Shape;236;p15"/>
            <p:cNvGrpSpPr/>
            <p:nvPr/>
          </p:nvGrpSpPr>
          <p:grpSpPr>
            <a:xfrm>
              <a:off x="4504153" y="0"/>
              <a:ext cx="102352" cy="102352"/>
              <a:chOff x="0" y="0"/>
              <a:chExt cx="812800" cy="812800"/>
            </a:xfrm>
          </p:grpSpPr>
          <p:sp>
            <p:nvSpPr>
              <p:cNvPr id="237" name="Google Shape;23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15"/>
            <p:cNvGrpSpPr/>
            <p:nvPr/>
          </p:nvGrpSpPr>
          <p:grpSpPr>
            <a:xfrm>
              <a:off x="6418450" y="0"/>
              <a:ext cx="102352" cy="102352"/>
              <a:chOff x="0" y="0"/>
              <a:chExt cx="812800" cy="812800"/>
            </a:xfrm>
          </p:grpSpPr>
          <p:sp>
            <p:nvSpPr>
              <p:cNvPr id="240" name="Google Shape;24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2" name="Google Shape;242;p15"/>
            <p:cNvGrpSpPr/>
            <p:nvPr/>
          </p:nvGrpSpPr>
          <p:grpSpPr>
            <a:xfrm>
              <a:off x="4887013" y="0"/>
              <a:ext cx="102352" cy="102352"/>
              <a:chOff x="0" y="0"/>
              <a:chExt cx="812800" cy="812800"/>
            </a:xfrm>
          </p:grpSpPr>
          <p:sp>
            <p:nvSpPr>
              <p:cNvPr id="243" name="Google Shape;24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5" name="Google Shape;245;p15"/>
            <p:cNvGrpSpPr/>
            <p:nvPr/>
          </p:nvGrpSpPr>
          <p:grpSpPr>
            <a:xfrm>
              <a:off x="6801310" y="0"/>
              <a:ext cx="102352" cy="102352"/>
              <a:chOff x="0" y="0"/>
              <a:chExt cx="812800" cy="812800"/>
            </a:xfrm>
          </p:grpSpPr>
          <p:sp>
            <p:nvSpPr>
              <p:cNvPr id="246" name="Google Shape;24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8" name="Google Shape;248;p15"/>
            <p:cNvGrpSpPr/>
            <p:nvPr/>
          </p:nvGrpSpPr>
          <p:grpSpPr>
            <a:xfrm>
              <a:off x="5269872" y="0"/>
              <a:ext cx="102352" cy="102352"/>
              <a:chOff x="0" y="0"/>
              <a:chExt cx="812800" cy="812800"/>
            </a:xfrm>
          </p:grpSpPr>
          <p:sp>
            <p:nvSpPr>
              <p:cNvPr id="249" name="Google Shape;24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1" name="Google Shape;251;p15"/>
            <p:cNvGrpSpPr/>
            <p:nvPr/>
          </p:nvGrpSpPr>
          <p:grpSpPr>
            <a:xfrm>
              <a:off x="7184169" y="0"/>
              <a:ext cx="102352" cy="102352"/>
              <a:chOff x="0" y="0"/>
              <a:chExt cx="812800" cy="812800"/>
            </a:xfrm>
          </p:grpSpPr>
          <p:sp>
            <p:nvSpPr>
              <p:cNvPr id="252" name="Google Shape;25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4" name="Google Shape;254;p15"/>
            <p:cNvGrpSpPr/>
            <p:nvPr/>
          </p:nvGrpSpPr>
          <p:grpSpPr>
            <a:xfrm>
              <a:off x="5652731" y="0"/>
              <a:ext cx="102352" cy="102352"/>
              <a:chOff x="0" y="0"/>
              <a:chExt cx="812800" cy="812800"/>
            </a:xfrm>
          </p:grpSpPr>
          <p:sp>
            <p:nvSpPr>
              <p:cNvPr id="255" name="Google Shape;25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7" name="Google Shape;257;p15"/>
            <p:cNvGrpSpPr/>
            <p:nvPr/>
          </p:nvGrpSpPr>
          <p:grpSpPr>
            <a:xfrm>
              <a:off x="5844161" y="0"/>
              <a:ext cx="102352" cy="102352"/>
              <a:chOff x="0" y="0"/>
              <a:chExt cx="812800" cy="812800"/>
            </a:xfrm>
          </p:grpSpPr>
          <p:sp>
            <p:nvSpPr>
              <p:cNvPr id="258" name="Google Shape;25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60" name="Google Shape;260;p15"/>
          <p:cNvSpPr/>
          <p:nvPr/>
        </p:nvSpPr>
        <p:spPr>
          <a:xfrm>
            <a:off x="15592783" y="9478435"/>
            <a:ext cx="2695217" cy="808565"/>
          </a:xfrm>
          <a:custGeom>
            <a:avLst/>
            <a:gdLst/>
            <a:ahLst/>
            <a:cxnLst/>
            <a:rect l="l" t="t" r="r" b="b"/>
            <a:pathLst>
              <a:path w="2695217" h="808565" extrusionOk="0">
                <a:moveTo>
                  <a:pt x="0" y="0"/>
                </a:moveTo>
                <a:lnTo>
                  <a:pt x="2695217" y="0"/>
                </a:lnTo>
                <a:lnTo>
                  <a:pt x="2695217" y="808565"/>
                </a:lnTo>
                <a:lnTo>
                  <a:pt x="0" y="808565"/>
                </a:lnTo>
                <a:lnTo>
                  <a:pt x="0" y="0"/>
                </a:lnTo>
                <a:close/>
              </a:path>
            </a:pathLst>
          </a:custGeom>
          <a:blipFill rotWithShape="1">
            <a:blip r:embed="rId3">
              <a:alphaModFix/>
            </a:blip>
            <a:stretch>
              <a:fillRect/>
            </a:stretch>
          </a:blipFill>
          <a:ln>
            <a:noFill/>
          </a:ln>
        </p:spPr>
        <p:txBody>
          <a:bodyPr/>
          <a:lstStyle/>
          <a:p>
            <a:endParaRPr lang="vi-VN"/>
          </a:p>
        </p:txBody>
      </p:sp>
      <p:sp>
        <p:nvSpPr>
          <p:cNvPr id="261" name="Google Shape;261;p15"/>
          <p:cNvSpPr/>
          <p:nvPr/>
        </p:nvSpPr>
        <p:spPr>
          <a:xfrm rot="10800000">
            <a:off x="0" y="0"/>
            <a:ext cx="1383234" cy="2186931"/>
          </a:xfrm>
          <a:custGeom>
            <a:avLst/>
            <a:gdLst/>
            <a:ahLst/>
            <a:cxnLst/>
            <a:rect l="l" t="t" r="r" b="b"/>
            <a:pathLst>
              <a:path w="1383234" h="2186931" extrusionOk="0">
                <a:moveTo>
                  <a:pt x="0" y="0"/>
                </a:moveTo>
                <a:lnTo>
                  <a:pt x="1383234" y="0"/>
                </a:lnTo>
                <a:lnTo>
                  <a:pt x="1383234" y="2186931"/>
                </a:lnTo>
                <a:lnTo>
                  <a:pt x="0" y="2186931"/>
                </a:lnTo>
                <a:lnTo>
                  <a:pt x="0" y="0"/>
                </a:lnTo>
                <a:close/>
              </a:path>
            </a:pathLst>
          </a:custGeom>
          <a:blipFill rotWithShape="1">
            <a:blip r:embed="rId4">
              <a:alphaModFix/>
            </a:blip>
            <a:stretch>
              <a:fillRect/>
            </a:stretch>
          </a:blipFill>
          <a:ln>
            <a:noFill/>
          </a:ln>
        </p:spPr>
        <p:txBody>
          <a:bodyPr/>
          <a:lstStyle/>
          <a:p>
            <a:endParaRPr lang="vi-VN"/>
          </a:p>
        </p:txBody>
      </p:sp>
      <p:sp>
        <p:nvSpPr>
          <p:cNvPr id="262" name="Google Shape;262;p15"/>
          <p:cNvSpPr txBox="1"/>
          <p:nvPr/>
        </p:nvSpPr>
        <p:spPr>
          <a:xfrm>
            <a:off x="2265895" y="138538"/>
            <a:ext cx="11972620" cy="175907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165" dirty="0">
                <a:latin typeface="Josefin Sans Light"/>
                <a:sym typeface="Josefin Sans Light"/>
              </a:rPr>
              <a:t>	 Embedding Model</a:t>
            </a:r>
            <a:endParaRPr dirty="0"/>
          </a:p>
        </p:txBody>
      </p:sp>
      <p:sp>
        <p:nvSpPr>
          <p:cNvPr id="263" name="Google Shape;263;p15"/>
          <p:cNvSpPr txBox="1"/>
          <p:nvPr/>
        </p:nvSpPr>
        <p:spPr>
          <a:xfrm>
            <a:off x="1833067" y="2357996"/>
            <a:ext cx="4865063" cy="360099"/>
          </a:xfrm>
          <a:prstGeom prst="rect">
            <a:avLst/>
          </a:prstGeom>
          <a:noFill/>
          <a:ln>
            <a:noFill/>
          </a:ln>
        </p:spPr>
        <p:txBody>
          <a:bodyPr spcFirstLastPara="1" wrap="square" lIns="0" tIns="0" rIns="0" bIns="0" anchor="t" anchorCtr="0">
            <a:spAutoFit/>
          </a:bodyPr>
          <a:lstStyle/>
          <a:p>
            <a:pPr lvl="0" algn="ctr">
              <a:lnSpc>
                <a:spcPct val="116993"/>
              </a:lnSpc>
            </a:pPr>
            <a:r>
              <a:rPr lang="vi-VN" sz="2000" b="1" dirty="0"/>
              <a:t>AITeamVN/Vietnamese_Embedding</a:t>
            </a:r>
            <a:endParaRPr sz="2000" dirty="0"/>
          </a:p>
        </p:txBody>
      </p:sp>
      <p:grpSp>
        <p:nvGrpSpPr>
          <p:cNvPr id="266" name="Google Shape;266;p15"/>
          <p:cNvGrpSpPr/>
          <p:nvPr/>
        </p:nvGrpSpPr>
        <p:grpSpPr>
          <a:xfrm rot="-5400000">
            <a:off x="3494045" y="9844336"/>
            <a:ext cx="10879314" cy="76764"/>
            <a:chOff x="0" y="0"/>
            <a:chExt cx="14505752" cy="102352"/>
          </a:xfrm>
        </p:grpSpPr>
        <p:grpSp>
          <p:nvGrpSpPr>
            <p:cNvPr id="267" name="Google Shape;267;p15"/>
            <p:cNvGrpSpPr/>
            <p:nvPr/>
          </p:nvGrpSpPr>
          <p:grpSpPr>
            <a:xfrm>
              <a:off x="186421" y="0"/>
              <a:ext cx="102352" cy="102352"/>
              <a:chOff x="0" y="0"/>
              <a:chExt cx="812800" cy="812800"/>
            </a:xfrm>
          </p:grpSpPr>
          <p:sp>
            <p:nvSpPr>
              <p:cNvPr id="268" name="Google Shape;26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0" name="Google Shape;270;p15"/>
            <p:cNvGrpSpPr/>
            <p:nvPr/>
          </p:nvGrpSpPr>
          <p:grpSpPr>
            <a:xfrm>
              <a:off x="559263" y="0"/>
              <a:ext cx="102352" cy="102352"/>
              <a:chOff x="0" y="0"/>
              <a:chExt cx="812800" cy="812800"/>
            </a:xfrm>
          </p:grpSpPr>
          <p:sp>
            <p:nvSpPr>
              <p:cNvPr id="271" name="Google Shape;27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3" name="Google Shape;273;p15"/>
            <p:cNvGrpSpPr/>
            <p:nvPr/>
          </p:nvGrpSpPr>
          <p:grpSpPr>
            <a:xfrm>
              <a:off x="745683" y="0"/>
              <a:ext cx="102352" cy="102352"/>
              <a:chOff x="0" y="0"/>
              <a:chExt cx="812800" cy="812800"/>
            </a:xfrm>
          </p:grpSpPr>
          <p:sp>
            <p:nvSpPr>
              <p:cNvPr id="274" name="Google Shape;27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6" name="Google Shape;276;p15"/>
            <p:cNvGrpSpPr/>
            <p:nvPr/>
          </p:nvGrpSpPr>
          <p:grpSpPr>
            <a:xfrm>
              <a:off x="932104" y="0"/>
              <a:ext cx="102352" cy="102352"/>
              <a:chOff x="0" y="0"/>
              <a:chExt cx="812800" cy="812800"/>
            </a:xfrm>
          </p:grpSpPr>
          <p:sp>
            <p:nvSpPr>
              <p:cNvPr id="277" name="Google Shape;27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9" name="Google Shape;279;p15"/>
            <p:cNvGrpSpPr/>
            <p:nvPr/>
          </p:nvGrpSpPr>
          <p:grpSpPr>
            <a:xfrm>
              <a:off x="1118525" y="0"/>
              <a:ext cx="102352" cy="102352"/>
              <a:chOff x="0" y="0"/>
              <a:chExt cx="812800" cy="812800"/>
            </a:xfrm>
          </p:grpSpPr>
          <p:sp>
            <p:nvSpPr>
              <p:cNvPr id="280" name="Google Shape;28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2" name="Google Shape;282;p15"/>
            <p:cNvGrpSpPr/>
            <p:nvPr/>
          </p:nvGrpSpPr>
          <p:grpSpPr>
            <a:xfrm>
              <a:off x="0" y="0"/>
              <a:ext cx="102352" cy="102352"/>
              <a:chOff x="0" y="0"/>
              <a:chExt cx="812800" cy="812800"/>
            </a:xfrm>
          </p:grpSpPr>
          <p:sp>
            <p:nvSpPr>
              <p:cNvPr id="283" name="Google Shape;28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5" name="Google Shape;285;p15"/>
            <p:cNvGrpSpPr/>
            <p:nvPr/>
          </p:nvGrpSpPr>
          <p:grpSpPr>
            <a:xfrm>
              <a:off x="372842" y="0"/>
              <a:ext cx="102352" cy="102352"/>
              <a:chOff x="0" y="0"/>
              <a:chExt cx="812800" cy="812800"/>
            </a:xfrm>
          </p:grpSpPr>
          <p:sp>
            <p:nvSpPr>
              <p:cNvPr id="286" name="Google Shape;28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8" name="Google Shape;288;p15"/>
            <p:cNvGrpSpPr/>
            <p:nvPr/>
          </p:nvGrpSpPr>
          <p:grpSpPr>
            <a:xfrm>
              <a:off x="5904268" y="0"/>
              <a:ext cx="102352" cy="102352"/>
              <a:chOff x="0" y="0"/>
              <a:chExt cx="812800" cy="812800"/>
            </a:xfrm>
          </p:grpSpPr>
          <p:sp>
            <p:nvSpPr>
              <p:cNvPr id="289" name="Google Shape;28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1" name="Google Shape;291;p15"/>
            <p:cNvGrpSpPr/>
            <p:nvPr/>
          </p:nvGrpSpPr>
          <p:grpSpPr>
            <a:xfrm>
              <a:off x="6277109" y="0"/>
              <a:ext cx="102352" cy="102352"/>
              <a:chOff x="0" y="0"/>
              <a:chExt cx="812800" cy="812800"/>
            </a:xfrm>
          </p:grpSpPr>
          <p:sp>
            <p:nvSpPr>
              <p:cNvPr id="292" name="Google Shape;29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4" name="Google Shape;294;p15"/>
            <p:cNvGrpSpPr/>
            <p:nvPr/>
          </p:nvGrpSpPr>
          <p:grpSpPr>
            <a:xfrm>
              <a:off x="6649951" y="0"/>
              <a:ext cx="102352" cy="102352"/>
              <a:chOff x="0" y="0"/>
              <a:chExt cx="812800" cy="812800"/>
            </a:xfrm>
          </p:grpSpPr>
          <p:sp>
            <p:nvSpPr>
              <p:cNvPr id="295" name="Google Shape;29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7" name="Google Shape;297;p15"/>
            <p:cNvGrpSpPr/>
            <p:nvPr/>
          </p:nvGrpSpPr>
          <p:grpSpPr>
            <a:xfrm>
              <a:off x="8514159" y="0"/>
              <a:ext cx="102352" cy="102352"/>
              <a:chOff x="0" y="0"/>
              <a:chExt cx="812800" cy="812800"/>
            </a:xfrm>
          </p:grpSpPr>
          <p:sp>
            <p:nvSpPr>
              <p:cNvPr id="298" name="Google Shape;29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0" name="Google Shape;300;p15"/>
            <p:cNvGrpSpPr/>
            <p:nvPr/>
          </p:nvGrpSpPr>
          <p:grpSpPr>
            <a:xfrm>
              <a:off x="7022793" y="0"/>
              <a:ext cx="102352" cy="102352"/>
              <a:chOff x="0" y="0"/>
              <a:chExt cx="812800" cy="812800"/>
            </a:xfrm>
          </p:grpSpPr>
          <p:sp>
            <p:nvSpPr>
              <p:cNvPr id="301" name="Google Shape;30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3" name="Google Shape;303;p15"/>
            <p:cNvGrpSpPr/>
            <p:nvPr/>
          </p:nvGrpSpPr>
          <p:grpSpPr>
            <a:xfrm>
              <a:off x="8887001" y="0"/>
              <a:ext cx="102352" cy="102352"/>
              <a:chOff x="0" y="0"/>
              <a:chExt cx="812800" cy="812800"/>
            </a:xfrm>
          </p:grpSpPr>
          <p:sp>
            <p:nvSpPr>
              <p:cNvPr id="304" name="Google Shape;30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6" name="Google Shape;306;p15"/>
            <p:cNvGrpSpPr/>
            <p:nvPr/>
          </p:nvGrpSpPr>
          <p:grpSpPr>
            <a:xfrm>
              <a:off x="7395634" y="0"/>
              <a:ext cx="102352" cy="102352"/>
              <a:chOff x="0" y="0"/>
              <a:chExt cx="812800" cy="812800"/>
            </a:xfrm>
          </p:grpSpPr>
          <p:sp>
            <p:nvSpPr>
              <p:cNvPr id="307" name="Google Shape;30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9" name="Google Shape;309;p15"/>
            <p:cNvGrpSpPr/>
            <p:nvPr/>
          </p:nvGrpSpPr>
          <p:grpSpPr>
            <a:xfrm>
              <a:off x="9259843" y="0"/>
              <a:ext cx="102352" cy="102352"/>
              <a:chOff x="0" y="0"/>
              <a:chExt cx="812800" cy="812800"/>
            </a:xfrm>
          </p:grpSpPr>
          <p:sp>
            <p:nvSpPr>
              <p:cNvPr id="310" name="Google Shape;31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2" name="Google Shape;312;p15"/>
            <p:cNvGrpSpPr/>
            <p:nvPr/>
          </p:nvGrpSpPr>
          <p:grpSpPr>
            <a:xfrm>
              <a:off x="7768476" y="0"/>
              <a:ext cx="102352" cy="102352"/>
              <a:chOff x="0" y="0"/>
              <a:chExt cx="812800" cy="812800"/>
            </a:xfrm>
          </p:grpSpPr>
          <p:sp>
            <p:nvSpPr>
              <p:cNvPr id="313" name="Google Shape;31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5" name="Google Shape;315;p15"/>
            <p:cNvGrpSpPr/>
            <p:nvPr/>
          </p:nvGrpSpPr>
          <p:grpSpPr>
            <a:xfrm>
              <a:off x="9632684" y="0"/>
              <a:ext cx="102352" cy="102352"/>
              <a:chOff x="0" y="0"/>
              <a:chExt cx="812800" cy="812800"/>
            </a:xfrm>
          </p:grpSpPr>
          <p:sp>
            <p:nvSpPr>
              <p:cNvPr id="316" name="Google Shape;31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8" name="Google Shape;318;p15"/>
            <p:cNvGrpSpPr/>
            <p:nvPr/>
          </p:nvGrpSpPr>
          <p:grpSpPr>
            <a:xfrm>
              <a:off x="9819105" y="0"/>
              <a:ext cx="102352" cy="102352"/>
              <a:chOff x="0" y="0"/>
              <a:chExt cx="812800" cy="812800"/>
            </a:xfrm>
          </p:grpSpPr>
          <p:sp>
            <p:nvSpPr>
              <p:cNvPr id="319" name="Google Shape;31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1" name="Google Shape;321;p15"/>
            <p:cNvGrpSpPr/>
            <p:nvPr/>
          </p:nvGrpSpPr>
          <p:grpSpPr>
            <a:xfrm>
              <a:off x="10005526" y="0"/>
              <a:ext cx="102352" cy="102352"/>
              <a:chOff x="0" y="0"/>
              <a:chExt cx="812800" cy="812800"/>
            </a:xfrm>
          </p:grpSpPr>
          <p:sp>
            <p:nvSpPr>
              <p:cNvPr id="322" name="Google Shape;32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4" name="Google Shape;324;p15"/>
            <p:cNvGrpSpPr/>
            <p:nvPr/>
          </p:nvGrpSpPr>
          <p:grpSpPr>
            <a:xfrm>
              <a:off x="10191947" y="0"/>
              <a:ext cx="102352" cy="102352"/>
              <a:chOff x="0" y="0"/>
              <a:chExt cx="812800" cy="812800"/>
            </a:xfrm>
          </p:grpSpPr>
          <p:sp>
            <p:nvSpPr>
              <p:cNvPr id="325" name="Google Shape;32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7" name="Google Shape;327;p15"/>
            <p:cNvGrpSpPr/>
            <p:nvPr/>
          </p:nvGrpSpPr>
          <p:grpSpPr>
            <a:xfrm>
              <a:off x="6090688" y="0"/>
              <a:ext cx="102352" cy="102352"/>
              <a:chOff x="0" y="0"/>
              <a:chExt cx="812800" cy="812800"/>
            </a:xfrm>
          </p:grpSpPr>
          <p:sp>
            <p:nvSpPr>
              <p:cNvPr id="328" name="Google Shape;32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0" name="Google Shape;330;p15"/>
            <p:cNvGrpSpPr/>
            <p:nvPr/>
          </p:nvGrpSpPr>
          <p:grpSpPr>
            <a:xfrm>
              <a:off x="6463530" y="0"/>
              <a:ext cx="102352" cy="102352"/>
              <a:chOff x="0" y="0"/>
              <a:chExt cx="812800" cy="812800"/>
            </a:xfrm>
          </p:grpSpPr>
          <p:sp>
            <p:nvSpPr>
              <p:cNvPr id="331" name="Google Shape;33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3" name="Google Shape;333;p15"/>
            <p:cNvGrpSpPr/>
            <p:nvPr/>
          </p:nvGrpSpPr>
          <p:grpSpPr>
            <a:xfrm>
              <a:off x="8327738" y="0"/>
              <a:ext cx="102352" cy="102352"/>
              <a:chOff x="0" y="0"/>
              <a:chExt cx="812800" cy="812800"/>
            </a:xfrm>
          </p:grpSpPr>
          <p:sp>
            <p:nvSpPr>
              <p:cNvPr id="334" name="Google Shape;33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6" name="Google Shape;336;p15"/>
            <p:cNvGrpSpPr/>
            <p:nvPr/>
          </p:nvGrpSpPr>
          <p:grpSpPr>
            <a:xfrm>
              <a:off x="6836372" y="0"/>
              <a:ext cx="102352" cy="102352"/>
              <a:chOff x="0" y="0"/>
              <a:chExt cx="812800" cy="812800"/>
            </a:xfrm>
          </p:grpSpPr>
          <p:sp>
            <p:nvSpPr>
              <p:cNvPr id="337" name="Google Shape;33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9" name="Google Shape;339;p15"/>
            <p:cNvGrpSpPr/>
            <p:nvPr/>
          </p:nvGrpSpPr>
          <p:grpSpPr>
            <a:xfrm>
              <a:off x="8700580" y="0"/>
              <a:ext cx="102352" cy="102352"/>
              <a:chOff x="0" y="0"/>
              <a:chExt cx="812800" cy="812800"/>
            </a:xfrm>
          </p:grpSpPr>
          <p:sp>
            <p:nvSpPr>
              <p:cNvPr id="340" name="Google Shape;34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2" name="Google Shape;342;p15"/>
            <p:cNvGrpSpPr/>
            <p:nvPr/>
          </p:nvGrpSpPr>
          <p:grpSpPr>
            <a:xfrm>
              <a:off x="7209213" y="0"/>
              <a:ext cx="102352" cy="102352"/>
              <a:chOff x="0" y="0"/>
              <a:chExt cx="812800" cy="812800"/>
            </a:xfrm>
          </p:grpSpPr>
          <p:sp>
            <p:nvSpPr>
              <p:cNvPr id="343" name="Google Shape;34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5" name="Google Shape;345;p15"/>
            <p:cNvGrpSpPr/>
            <p:nvPr/>
          </p:nvGrpSpPr>
          <p:grpSpPr>
            <a:xfrm>
              <a:off x="9073422" y="0"/>
              <a:ext cx="102352" cy="102352"/>
              <a:chOff x="0" y="0"/>
              <a:chExt cx="812800" cy="812800"/>
            </a:xfrm>
          </p:grpSpPr>
          <p:sp>
            <p:nvSpPr>
              <p:cNvPr id="346" name="Google Shape;34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8" name="Google Shape;348;p15"/>
            <p:cNvGrpSpPr/>
            <p:nvPr/>
          </p:nvGrpSpPr>
          <p:grpSpPr>
            <a:xfrm>
              <a:off x="7582055" y="0"/>
              <a:ext cx="102352" cy="102352"/>
              <a:chOff x="0" y="0"/>
              <a:chExt cx="812800" cy="812800"/>
            </a:xfrm>
          </p:grpSpPr>
          <p:sp>
            <p:nvSpPr>
              <p:cNvPr id="349" name="Google Shape;34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p:cNvGrpSpPr/>
            <p:nvPr/>
          </p:nvGrpSpPr>
          <p:grpSpPr>
            <a:xfrm>
              <a:off x="9446263" y="0"/>
              <a:ext cx="102352" cy="102352"/>
              <a:chOff x="0" y="0"/>
              <a:chExt cx="812800" cy="812800"/>
            </a:xfrm>
          </p:grpSpPr>
          <p:sp>
            <p:nvSpPr>
              <p:cNvPr id="352" name="Google Shape;35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4" name="Google Shape;354;p15"/>
            <p:cNvGrpSpPr/>
            <p:nvPr/>
          </p:nvGrpSpPr>
          <p:grpSpPr>
            <a:xfrm>
              <a:off x="7954897" y="0"/>
              <a:ext cx="102352" cy="102352"/>
              <a:chOff x="0" y="0"/>
              <a:chExt cx="812800" cy="812800"/>
            </a:xfrm>
          </p:grpSpPr>
          <p:sp>
            <p:nvSpPr>
              <p:cNvPr id="355" name="Google Shape;35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7" name="Google Shape;357;p15"/>
            <p:cNvGrpSpPr/>
            <p:nvPr/>
          </p:nvGrpSpPr>
          <p:grpSpPr>
            <a:xfrm>
              <a:off x="8141318" y="0"/>
              <a:ext cx="102352" cy="102352"/>
              <a:chOff x="0" y="0"/>
              <a:chExt cx="812800" cy="812800"/>
            </a:xfrm>
          </p:grpSpPr>
          <p:sp>
            <p:nvSpPr>
              <p:cNvPr id="358" name="Google Shape;35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0" name="Google Shape;360;p15"/>
            <p:cNvGrpSpPr/>
            <p:nvPr/>
          </p:nvGrpSpPr>
          <p:grpSpPr>
            <a:xfrm>
              <a:off x="1309955" y="0"/>
              <a:ext cx="102352" cy="102352"/>
              <a:chOff x="0" y="0"/>
              <a:chExt cx="812800" cy="812800"/>
            </a:xfrm>
          </p:grpSpPr>
          <p:sp>
            <p:nvSpPr>
              <p:cNvPr id="361" name="Google Shape;36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3" name="Google Shape;363;p15"/>
            <p:cNvGrpSpPr/>
            <p:nvPr/>
          </p:nvGrpSpPr>
          <p:grpSpPr>
            <a:xfrm>
              <a:off x="10383376" y="0"/>
              <a:ext cx="102352" cy="102352"/>
              <a:chOff x="0" y="0"/>
              <a:chExt cx="812800" cy="812800"/>
            </a:xfrm>
          </p:grpSpPr>
          <p:sp>
            <p:nvSpPr>
              <p:cNvPr id="364" name="Google Shape;36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6" name="Google Shape;366;p15"/>
            <p:cNvGrpSpPr/>
            <p:nvPr/>
          </p:nvGrpSpPr>
          <p:grpSpPr>
            <a:xfrm>
              <a:off x="1692814" y="0"/>
              <a:ext cx="102352" cy="102352"/>
              <a:chOff x="0" y="0"/>
              <a:chExt cx="812800" cy="812800"/>
            </a:xfrm>
          </p:grpSpPr>
          <p:sp>
            <p:nvSpPr>
              <p:cNvPr id="367" name="Google Shape;36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9" name="Google Shape;369;p15"/>
            <p:cNvGrpSpPr/>
            <p:nvPr/>
          </p:nvGrpSpPr>
          <p:grpSpPr>
            <a:xfrm>
              <a:off x="10766236" y="0"/>
              <a:ext cx="102352" cy="102352"/>
              <a:chOff x="0" y="0"/>
              <a:chExt cx="812800" cy="812800"/>
            </a:xfrm>
          </p:grpSpPr>
          <p:sp>
            <p:nvSpPr>
              <p:cNvPr id="370" name="Google Shape;37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2" name="Google Shape;372;p15"/>
            <p:cNvGrpSpPr/>
            <p:nvPr/>
          </p:nvGrpSpPr>
          <p:grpSpPr>
            <a:xfrm>
              <a:off x="2075674" y="0"/>
              <a:ext cx="102352" cy="102352"/>
              <a:chOff x="0" y="0"/>
              <a:chExt cx="812800" cy="812800"/>
            </a:xfrm>
          </p:grpSpPr>
          <p:sp>
            <p:nvSpPr>
              <p:cNvPr id="373" name="Google Shape;37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5" name="Google Shape;375;p15"/>
            <p:cNvGrpSpPr/>
            <p:nvPr/>
          </p:nvGrpSpPr>
          <p:grpSpPr>
            <a:xfrm>
              <a:off x="11149095" y="0"/>
              <a:ext cx="102352" cy="102352"/>
              <a:chOff x="0" y="0"/>
              <a:chExt cx="812800" cy="812800"/>
            </a:xfrm>
          </p:grpSpPr>
          <p:sp>
            <p:nvSpPr>
              <p:cNvPr id="376" name="Google Shape;37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8" name="Google Shape;378;p15"/>
            <p:cNvGrpSpPr/>
            <p:nvPr/>
          </p:nvGrpSpPr>
          <p:grpSpPr>
            <a:xfrm>
              <a:off x="3989971" y="0"/>
              <a:ext cx="102352" cy="102352"/>
              <a:chOff x="0" y="0"/>
              <a:chExt cx="812800" cy="812800"/>
            </a:xfrm>
          </p:grpSpPr>
          <p:sp>
            <p:nvSpPr>
              <p:cNvPr id="379" name="Google Shape;37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1" name="Google Shape;381;p15"/>
            <p:cNvGrpSpPr/>
            <p:nvPr/>
          </p:nvGrpSpPr>
          <p:grpSpPr>
            <a:xfrm>
              <a:off x="13063392" y="0"/>
              <a:ext cx="102352" cy="102352"/>
              <a:chOff x="0" y="0"/>
              <a:chExt cx="812800" cy="812800"/>
            </a:xfrm>
          </p:grpSpPr>
          <p:sp>
            <p:nvSpPr>
              <p:cNvPr id="382" name="Google Shape;38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4" name="Google Shape;384;p15"/>
            <p:cNvGrpSpPr/>
            <p:nvPr/>
          </p:nvGrpSpPr>
          <p:grpSpPr>
            <a:xfrm>
              <a:off x="2458533" y="0"/>
              <a:ext cx="102352" cy="102352"/>
              <a:chOff x="0" y="0"/>
              <a:chExt cx="812800" cy="812800"/>
            </a:xfrm>
          </p:grpSpPr>
          <p:sp>
            <p:nvSpPr>
              <p:cNvPr id="385" name="Google Shape;38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7" name="Google Shape;387;p15"/>
            <p:cNvGrpSpPr/>
            <p:nvPr/>
          </p:nvGrpSpPr>
          <p:grpSpPr>
            <a:xfrm>
              <a:off x="11531955" y="0"/>
              <a:ext cx="102352" cy="102352"/>
              <a:chOff x="0" y="0"/>
              <a:chExt cx="812800" cy="812800"/>
            </a:xfrm>
          </p:grpSpPr>
          <p:sp>
            <p:nvSpPr>
              <p:cNvPr id="388" name="Google Shape;38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0" name="Google Shape;390;p15"/>
            <p:cNvGrpSpPr/>
            <p:nvPr/>
          </p:nvGrpSpPr>
          <p:grpSpPr>
            <a:xfrm>
              <a:off x="4372830" y="0"/>
              <a:ext cx="102352" cy="102352"/>
              <a:chOff x="0" y="0"/>
              <a:chExt cx="812800" cy="812800"/>
            </a:xfrm>
          </p:grpSpPr>
          <p:sp>
            <p:nvSpPr>
              <p:cNvPr id="391" name="Google Shape;39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3" name="Google Shape;393;p15"/>
            <p:cNvGrpSpPr/>
            <p:nvPr/>
          </p:nvGrpSpPr>
          <p:grpSpPr>
            <a:xfrm>
              <a:off x="13446252" y="0"/>
              <a:ext cx="102352" cy="102352"/>
              <a:chOff x="0" y="0"/>
              <a:chExt cx="812800" cy="812800"/>
            </a:xfrm>
          </p:grpSpPr>
          <p:sp>
            <p:nvSpPr>
              <p:cNvPr id="394" name="Google Shape;39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6" name="Google Shape;396;p15"/>
            <p:cNvGrpSpPr/>
            <p:nvPr/>
          </p:nvGrpSpPr>
          <p:grpSpPr>
            <a:xfrm>
              <a:off x="2841392" y="0"/>
              <a:ext cx="102352" cy="102352"/>
              <a:chOff x="0" y="0"/>
              <a:chExt cx="812800" cy="812800"/>
            </a:xfrm>
          </p:grpSpPr>
          <p:sp>
            <p:nvSpPr>
              <p:cNvPr id="397" name="Google Shape;39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9" name="Google Shape;399;p15"/>
            <p:cNvGrpSpPr/>
            <p:nvPr/>
          </p:nvGrpSpPr>
          <p:grpSpPr>
            <a:xfrm>
              <a:off x="11914814" y="0"/>
              <a:ext cx="102352" cy="102352"/>
              <a:chOff x="0" y="0"/>
              <a:chExt cx="812800" cy="812800"/>
            </a:xfrm>
          </p:grpSpPr>
          <p:sp>
            <p:nvSpPr>
              <p:cNvPr id="400" name="Google Shape;40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2" name="Google Shape;402;p15"/>
            <p:cNvGrpSpPr/>
            <p:nvPr/>
          </p:nvGrpSpPr>
          <p:grpSpPr>
            <a:xfrm>
              <a:off x="4755689" y="0"/>
              <a:ext cx="102352" cy="102352"/>
              <a:chOff x="0" y="0"/>
              <a:chExt cx="812800" cy="812800"/>
            </a:xfrm>
          </p:grpSpPr>
          <p:sp>
            <p:nvSpPr>
              <p:cNvPr id="403" name="Google Shape;40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5" name="Google Shape;405;p15"/>
            <p:cNvGrpSpPr/>
            <p:nvPr/>
          </p:nvGrpSpPr>
          <p:grpSpPr>
            <a:xfrm>
              <a:off x="13829111" y="0"/>
              <a:ext cx="102352" cy="102352"/>
              <a:chOff x="0" y="0"/>
              <a:chExt cx="812800" cy="812800"/>
            </a:xfrm>
          </p:grpSpPr>
          <p:sp>
            <p:nvSpPr>
              <p:cNvPr id="406" name="Google Shape;40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8" name="Google Shape;408;p15"/>
            <p:cNvGrpSpPr/>
            <p:nvPr/>
          </p:nvGrpSpPr>
          <p:grpSpPr>
            <a:xfrm>
              <a:off x="3224252" y="0"/>
              <a:ext cx="102352" cy="102352"/>
              <a:chOff x="0" y="0"/>
              <a:chExt cx="812800" cy="812800"/>
            </a:xfrm>
          </p:grpSpPr>
          <p:sp>
            <p:nvSpPr>
              <p:cNvPr id="409" name="Google Shape;40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1" name="Google Shape;411;p15"/>
            <p:cNvGrpSpPr/>
            <p:nvPr/>
          </p:nvGrpSpPr>
          <p:grpSpPr>
            <a:xfrm>
              <a:off x="12297673" y="0"/>
              <a:ext cx="102352" cy="102352"/>
              <a:chOff x="0" y="0"/>
              <a:chExt cx="812800" cy="812800"/>
            </a:xfrm>
          </p:grpSpPr>
          <p:sp>
            <p:nvSpPr>
              <p:cNvPr id="412" name="Google Shape;41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4" name="Google Shape;414;p15"/>
            <p:cNvGrpSpPr/>
            <p:nvPr/>
          </p:nvGrpSpPr>
          <p:grpSpPr>
            <a:xfrm>
              <a:off x="5138549" y="0"/>
              <a:ext cx="102352" cy="102352"/>
              <a:chOff x="0" y="0"/>
              <a:chExt cx="812800" cy="812800"/>
            </a:xfrm>
          </p:grpSpPr>
          <p:sp>
            <p:nvSpPr>
              <p:cNvPr id="415" name="Google Shape;41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7" name="Google Shape;417;p15"/>
            <p:cNvGrpSpPr/>
            <p:nvPr/>
          </p:nvGrpSpPr>
          <p:grpSpPr>
            <a:xfrm>
              <a:off x="14211970" y="0"/>
              <a:ext cx="102352" cy="102352"/>
              <a:chOff x="0" y="0"/>
              <a:chExt cx="812800" cy="812800"/>
            </a:xfrm>
          </p:grpSpPr>
          <p:sp>
            <p:nvSpPr>
              <p:cNvPr id="418" name="Google Shape;41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0" name="Google Shape;420;p15"/>
            <p:cNvGrpSpPr/>
            <p:nvPr/>
          </p:nvGrpSpPr>
          <p:grpSpPr>
            <a:xfrm>
              <a:off x="5329978" y="0"/>
              <a:ext cx="102352" cy="102352"/>
              <a:chOff x="0" y="0"/>
              <a:chExt cx="812800" cy="812800"/>
            </a:xfrm>
          </p:grpSpPr>
          <p:sp>
            <p:nvSpPr>
              <p:cNvPr id="421" name="Google Shape;42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3" name="Google Shape;423;p15"/>
            <p:cNvGrpSpPr/>
            <p:nvPr/>
          </p:nvGrpSpPr>
          <p:grpSpPr>
            <a:xfrm>
              <a:off x="14403400" y="0"/>
              <a:ext cx="102352" cy="102352"/>
              <a:chOff x="0" y="0"/>
              <a:chExt cx="812800" cy="812800"/>
            </a:xfrm>
          </p:grpSpPr>
          <p:sp>
            <p:nvSpPr>
              <p:cNvPr id="424" name="Google Shape;42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6" name="Google Shape;426;p15"/>
            <p:cNvGrpSpPr/>
            <p:nvPr/>
          </p:nvGrpSpPr>
          <p:grpSpPr>
            <a:xfrm>
              <a:off x="5521408" y="0"/>
              <a:ext cx="102352" cy="102352"/>
              <a:chOff x="0" y="0"/>
              <a:chExt cx="812800" cy="812800"/>
            </a:xfrm>
          </p:grpSpPr>
          <p:sp>
            <p:nvSpPr>
              <p:cNvPr id="427" name="Google Shape;42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9" name="Google Shape;429;p15"/>
            <p:cNvGrpSpPr/>
            <p:nvPr/>
          </p:nvGrpSpPr>
          <p:grpSpPr>
            <a:xfrm>
              <a:off x="5712838" y="0"/>
              <a:ext cx="102352" cy="102352"/>
              <a:chOff x="0" y="0"/>
              <a:chExt cx="812800" cy="812800"/>
            </a:xfrm>
          </p:grpSpPr>
          <p:sp>
            <p:nvSpPr>
              <p:cNvPr id="430" name="Google Shape;43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2" name="Google Shape;432;p15"/>
            <p:cNvGrpSpPr/>
            <p:nvPr/>
          </p:nvGrpSpPr>
          <p:grpSpPr>
            <a:xfrm>
              <a:off x="1501384" y="0"/>
              <a:ext cx="102352" cy="102352"/>
              <a:chOff x="0" y="0"/>
              <a:chExt cx="812800" cy="812800"/>
            </a:xfrm>
          </p:grpSpPr>
          <p:sp>
            <p:nvSpPr>
              <p:cNvPr id="433" name="Google Shape;43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5" name="Google Shape;435;p15"/>
            <p:cNvGrpSpPr/>
            <p:nvPr/>
          </p:nvGrpSpPr>
          <p:grpSpPr>
            <a:xfrm>
              <a:off x="10574806" y="0"/>
              <a:ext cx="102352" cy="102352"/>
              <a:chOff x="0" y="0"/>
              <a:chExt cx="812800" cy="812800"/>
            </a:xfrm>
          </p:grpSpPr>
          <p:sp>
            <p:nvSpPr>
              <p:cNvPr id="436" name="Google Shape;43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8" name="Google Shape;438;p15"/>
            <p:cNvGrpSpPr/>
            <p:nvPr/>
          </p:nvGrpSpPr>
          <p:grpSpPr>
            <a:xfrm>
              <a:off x="1884244" y="0"/>
              <a:ext cx="102352" cy="102352"/>
              <a:chOff x="0" y="0"/>
              <a:chExt cx="812800" cy="812800"/>
            </a:xfrm>
          </p:grpSpPr>
          <p:sp>
            <p:nvSpPr>
              <p:cNvPr id="439" name="Google Shape;43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1" name="Google Shape;441;p15"/>
            <p:cNvGrpSpPr/>
            <p:nvPr/>
          </p:nvGrpSpPr>
          <p:grpSpPr>
            <a:xfrm>
              <a:off x="10957666" y="0"/>
              <a:ext cx="102352" cy="102352"/>
              <a:chOff x="0" y="0"/>
              <a:chExt cx="812800" cy="812800"/>
            </a:xfrm>
          </p:grpSpPr>
          <p:sp>
            <p:nvSpPr>
              <p:cNvPr id="442" name="Google Shape;44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4" name="Google Shape;444;p15"/>
            <p:cNvGrpSpPr/>
            <p:nvPr/>
          </p:nvGrpSpPr>
          <p:grpSpPr>
            <a:xfrm>
              <a:off x="3798541" y="0"/>
              <a:ext cx="102352" cy="102352"/>
              <a:chOff x="0" y="0"/>
              <a:chExt cx="812800" cy="812800"/>
            </a:xfrm>
          </p:grpSpPr>
          <p:sp>
            <p:nvSpPr>
              <p:cNvPr id="445" name="Google Shape;44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7" name="Google Shape;447;p15"/>
            <p:cNvGrpSpPr/>
            <p:nvPr/>
          </p:nvGrpSpPr>
          <p:grpSpPr>
            <a:xfrm>
              <a:off x="12871963" y="0"/>
              <a:ext cx="102352" cy="102352"/>
              <a:chOff x="0" y="0"/>
              <a:chExt cx="812800" cy="812800"/>
            </a:xfrm>
          </p:grpSpPr>
          <p:sp>
            <p:nvSpPr>
              <p:cNvPr id="448" name="Google Shape;44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0" name="Google Shape;450;p15"/>
            <p:cNvGrpSpPr/>
            <p:nvPr/>
          </p:nvGrpSpPr>
          <p:grpSpPr>
            <a:xfrm>
              <a:off x="2267103" y="0"/>
              <a:ext cx="102352" cy="102352"/>
              <a:chOff x="0" y="0"/>
              <a:chExt cx="812800" cy="812800"/>
            </a:xfrm>
          </p:grpSpPr>
          <p:sp>
            <p:nvSpPr>
              <p:cNvPr id="451" name="Google Shape;45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3" name="Google Shape;453;p15"/>
            <p:cNvGrpSpPr/>
            <p:nvPr/>
          </p:nvGrpSpPr>
          <p:grpSpPr>
            <a:xfrm>
              <a:off x="11340525" y="0"/>
              <a:ext cx="102352" cy="102352"/>
              <a:chOff x="0" y="0"/>
              <a:chExt cx="812800" cy="812800"/>
            </a:xfrm>
          </p:grpSpPr>
          <p:sp>
            <p:nvSpPr>
              <p:cNvPr id="454" name="Google Shape;45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6" name="Google Shape;456;p15"/>
            <p:cNvGrpSpPr/>
            <p:nvPr/>
          </p:nvGrpSpPr>
          <p:grpSpPr>
            <a:xfrm>
              <a:off x="4181400" y="0"/>
              <a:ext cx="102352" cy="102352"/>
              <a:chOff x="0" y="0"/>
              <a:chExt cx="812800" cy="812800"/>
            </a:xfrm>
          </p:grpSpPr>
          <p:sp>
            <p:nvSpPr>
              <p:cNvPr id="457" name="Google Shape;45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9" name="Google Shape;459;p15"/>
            <p:cNvGrpSpPr/>
            <p:nvPr/>
          </p:nvGrpSpPr>
          <p:grpSpPr>
            <a:xfrm>
              <a:off x="13254822" y="0"/>
              <a:ext cx="102352" cy="102352"/>
              <a:chOff x="0" y="0"/>
              <a:chExt cx="812800" cy="812800"/>
            </a:xfrm>
          </p:grpSpPr>
          <p:sp>
            <p:nvSpPr>
              <p:cNvPr id="460" name="Google Shape;46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5"/>
            <p:cNvGrpSpPr/>
            <p:nvPr/>
          </p:nvGrpSpPr>
          <p:grpSpPr>
            <a:xfrm>
              <a:off x="2649963" y="0"/>
              <a:ext cx="102352" cy="102352"/>
              <a:chOff x="0" y="0"/>
              <a:chExt cx="812800" cy="812800"/>
            </a:xfrm>
          </p:grpSpPr>
          <p:sp>
            <p:nvSpPr>
              <p:cNvPr id="463" name="Google Shape;46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5" name="Google Shape;465;p15"/>
            <p:cNvGrpSpPr/>
            <p:nvPr/>
          </p:nvGrpSpPr>
          <p:grpSpPr>
            <a:xfrm>
              <a:off x="11723384" y="0"/>
              <a:ext cx="102352" cy="102352"/>
              <a:chOff x="0" y="0"/>
              <a:chExt cx="812800" cy="812800"/>
            </a:xfrm>
          </p:grpSpPr>
          <p:sp>
            <p:nvSpPr>
              <p:cNvPr id="466" name="Google Shape;46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8" name="Google Shape;468;p15"/>
            <p:cNvGrpSpPr/>
            <p:nvPr/>
          </p:nvGrpSpPr>
          <p:grpSpPr>
            <a:xfrm>
              <a:off x="4564260" y="0"/>
              <a:ext cx="102352" cy="102352"/>
              <a:chOff x="0" y="0"/>
              <a:chExt cx="812800" cy="812800"/>
            </a:xfrm>
          </p:grpSpPr>
          <p:sp>
            <p:nvSpPr>
              <p:cNvPr id="469" name="Google Shape;46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1" name="Google Shape;471;p15"/>
            <p:cNvGrpSpPr/>
            <p:nvPr/>
          </p:nvGrpSpPr>
          <p:grpSpPr>
            <a:xfrm>
              <a:off x="13637681" y="0"/>
              <a:ext cx="102352" cy="102352"/>
              <a:chOff x="0" y="0"/>
              <a:chExt cx="812800" cy="812800"/>
            </a:xfrm>
          </p:grpSpPr>
          <p:sp>
            <p:nvSpPr>
              <p:cNvPr id="472" name="Google Shape;47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4" name="Google Shape;474;p15"/>
            <p:cNvGrpSpPr/>
            <p:nvPr/>
          </p:nvGrpSpPr>
          <p:grpSpPr>
            <a:xfrm>
              <a:off x="3032822" y="0"/>
              <a:ext cx="102352" cy="102352"/>
              <a:chOff x="0" y="0"/>
              <a:chExt cx="812800" cy="812800"/>
            </a:xfrm>
          </p:grpSpPr>
          <p:sp>
            <p:nvSpPr>
              <p:cNvPr id="475" name="Google Shape;47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7" name="Google Shape;477;p15"/>
            <p:cNvGrpSpPr/>
            <p:nvPr/>
          </p:nvGrpSpPr>
          <p:grpSpPr>
            <a:xfrm>
              <a:off x="12106244" y="0"/>
              <a:ext cx="102352" cy="102352"/>
              <a:chOff x="0" y="0"/>
              <a:chExt cx="812800" cy="812800"/>
            </a:xfrm>
          </p:grpSpPr>
          <p:sp>
            <p:nvSpPr>
              <p:cNvPr id="478" name="Google Shape;47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0" name="Google Shape;480;p15"/>
            <p:cNvGrpSpPr/>
            <p:nvPr/>
          </p:nvGrpSpPr>
          <p:grpSpPr>
            <a:xfrm>
              <a:off x="4947119" y="0"/>
              <a:ext cx="102352" cy="102352"/>
              <a:chOff x="0" y="0"/>
              <a:chExt cx="812800" cy="812800"/>
            </a:xfrm>
          </p:grpSpPr>
          <p:sp>
            <p:nvSpPr>
              <p:cNvPr id="481" name="Google Shape;48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3" name="Google Shape;483;p15"/>
            <p:cNvGrpSpPr/>
            <p:nvPr/>
          </p:nvGrpSpPr>
          <p:grpSpPr>
            <a:xfrm>
              <a:off x="14020541" y="0"/>
              <a:ext cx="102352" cy="102352"/>
              <a:chOff x="0" y="0"/>
              <a:chExt cx="812800" cy="812800"/>
            </a:xfrm>
          </p:grpSpPr>
          <p:sp>
            <p:nvSpPr>
              <p:cNvPr id="484" name="Google Shape;484;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6" name="Google Shape;486;p15"/>
            <p:cNvGrpSpPr/>
            <p:nvPr/>
          </p:nvGrpSpPr>
          <p:grpSpPr>
            <a:xfrm>
              <a:off x="3415681" y="0"/>
              <a:ext cx="102352" cy="102352"/>
              <a:chOff x="0" y="0"/>
              <a:chExt cx="812800" cy="812800"/>
            </a:xfrm>
          </p:grpSpPr>
          <p:sp>
            <p:nvSpPr>
              <p:cNvPr id="487" name="Google Shape;487;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9" name="Google Shape;489;p15"/>
            <p:cNvGrpSpPr/>
            <p:nvPr/>
          </p:nvGrpSpPr>
          <p:grpSpPr>
            <a:xfrm>
              <a:off x="12489103" y="0"/>
              <a:ext cx="102352" cy="102352"/>
              <a:chOff x="0" y="0"/>
              <a:chExt cx="812800" cy="812800"/>
            </a:xfrm>
          </p:grpSpPr>
          <p:sp>
            <p:nvSpPr>
              <p:cNvPr id="490" name="Google Shape;49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2" name="Google Shape;492;p15"/>
            <p:cNvGrpSpPr/>
            <p:nvPr/>
          </p:nvGrpSpPr>
          <p:grpSpPr>
            <a:xfrm>
              <a:off x="3607111" y="0"/>
              <a:ext cx="102352" cy="102352"/>
              <a:chOff x="0" y="0"/>
              <a:chExt cx="812800" cy="812800"/>
            </a:xfrm>
          </p:grpSpPr>
          <p:sp>
            <p:nvSpPr>
              <p:cNvPr id="493" name="Google Shape;49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5" name="Google Shape;495;p15"/>
            <p:cNvGrpSpPr/>
            <p:nvPr/>
          </p:nvGrpSpPr>
          <p:grpSpPr>
            <a:xfrm>
              <a:off x="12680533" y="0"/>
              <a:ext cx="102352" cy="102352"/>
              <a:chOff x="0" y="0"/>
              <a:chExt cx="812800" cy="812800"/>
            </a:xfrm>
          </p:grpSpPr>
          <p:sp>
            <p:nvSpPr>
              <p:cNvPr id="496" name="Google Shape;49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5"/>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3" name="Picture 2" descr="A diagram of a product&#10;&#10;AI-generated content may be incorrect.">
            <a:extLst>
              <a:ext uri="{FF2B5EF4-FFF2-40B4-BE49-F238E27FC236}">
                <a16:creationId xmlns:a16="http://schemas.microsoft.com/office/drawing/2014/main" id="{0B976D99-7CEB-32D3-D790-0BB188709923}"/>
              </a:ext>
            </a:extLst>
          </p:cNvPr>
          <p:cNvPicPr>
            <a:picLocks noChangeAspect="1"/>
          </p:cNvPicPr>
          <p:nvPr/>
        </p:nvPicPr>
        <p:blipFill>
          <a:blip r:embed="rId5"/>
          <a:stretch>
            <a:fillRect/>
          </a:stretch>
        </p:blipFill>
        <p:spPr>
          <a:xfrm>
            <a:off x="9013372" y="2186931"/>
            <a:ext cx="9274628" cy="7281979"/>
          </a:xfrm>
          <a:prstGeom prst="rect">
            <a:avLst/>
          </a:prstGeom>
        </p:spPr>
      </p:pic>
      <p:sp>
        <p:nvSpPr>
          <p:cNvPr id="5" name="TextBox 4">
            <a:extLst>
              <a:ext uri="{FF2B5EF4-FFF2-40B4-BE49-F238E27FC236}">
                <a16:creationId xmlns:a16="http://schemas.microsoft.com/office/drawing/2014/main" id="{88383A86-520F-26B3-D45D-CBC3E5B805AC}"/>
              </a:ext>
            </a:extLst>
          </p:cNvPr>
          <p:cNvSpPr txBox="1"/>
          <p:nvPr/>
        </p:nvSpPr>
        <p:spPr>
          <a:xfrm>
            <a:off x="145144" y="3512457"/>
            <a:ext cx="8650514" cy="4770537"/>
          </a:xfrm>
          <a:prstGeom prst="rect">
            <a:avLst/>
          </a:prstGeom>
          <a:noFill/>
        </p:spPr>
        <p:txBody>
          <a:bodyPr wrap="square" rtlCol="0">
            <a:spAutoFit/>
          </a:bodyPr>
          <a:lstStyle/>
          <a:p>
            <a:pPr marL="285750" indent="-285750">
              <a:buFont typeface="Arial" panose="020B0604020202020204" pitchFamily="34" charset="0"/>
              <a:buChar char="•"/>
            </a:pPr>
            <a:r>
              <a:rPr lang="vi-VN" sz="1600" dirty="0"/>
              <a:t>Mô hình “Vietnamese_Embedding” được phát hành trên Hugging Face với tên kho: AITeamVN/Vietnamese_Embedding.</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Mục tiêu: tạo embedding (vector biểu diễn) tốt cho tiếng Việt — hỗ trợ retrieval (tìm kiếm văn bản), sentence-similarity, semantic search trong tiếng Việt</a:t>
            </a:r>
            <a:endParaRPr lang="en-US" sz="1600" dirty="0"/>
          </a:p>
          <a:p>
            <a:endParaRPr lang="en-US" sz="1600" dirty="0"/>
          </a:p>
          <a:p>
            <a:pPr marL="285750" indent="-285750">
              <a:buFont typeface="Arial" panose="020B0604020202020204" pitchFamily="34" charset="0"/>
              <a:buChar char="•"/>
            </a:pPr>
            <a:r>
              <a:rPr lang="vi-VN" sz="1600" dirty="0"/>
              <a:t>Một số thông số chính:</a:t>
            </a:r>
            <a:endParaRPr lang="en-US" sz="1600" dirty="0"/>
          </a:p>
          <a:p>
            <a:r>
              <a:rPr lang="en-US" sz="1600" dirty="0"/>
              <a:t>	</a:t>
            </a:r>
            <a:r>
              <a:rPr lang="vi-VN" sz="1600" dirty="0"/>
              <a:t>Base model: BGE‑M3 (một mô hình embedding/bi-encoder, từ BAAI) được fine-tune tiếng Việt. </a:t>
            </a:r>
            <a:endParaRPr lang="en-US" sz="1600" dirty="0"/>
          </a:p>
          <a:p>
            <a:r>
              <a:rPr lang="en-US" sz="1600" dirty="0"/>
              <a:t>	Output embedding dimension: </a:t>
            </a:r>
            <a:r>
              <a:rPr lang="en-US" sz="1600" b="1" dirty="0"/>
              <a:t>1024</a:t>
            </a:r>
            <a:r>
              <a:rPr lang="en-US" sz="1600" dirty="0"/>
              <a:t> </a:t>
            </a:r>
            <a:r>
              <a:rPr lang="en-US" sz="1600" b="1" dirty="0" err="1"/>
              <a:t>chiều</a:t>
            </a:r>
            <a:r>
              <a:rPr lang="en-US" sz="1600" b="1" dirty="0"/>
              <a:t>.</a:t>
            </a:r>
          </a:p>
          <a:p>
            <a:r>
              <a:rPr lang="en-US" sz="1600" dirty="0"/>
              <a:t>	</a:t>
            </a:r>
            <a:r>
              <a:rPr lang="vi-VN" sz="1600" dirty="0"/>
              <a:t>Hỗ trợ chiều dài tối đa đầu vào: </a:t>
            </a:r>
            <a:r>
              <a:rPr lang="vi-VN" sz="1600" b="1" dirty="0"/>
              <a:t>2048 tokens</a:t>
            </a:r>
            <a:r>
              <a:rPr lang="vi-VN" sz="1600" dirty="0"/>
              <a:t>.</a:t>
            </a:r>
            <a:endParaRPr lang="en-US" sz="1600" dirty="0"/>
          </a:p>
          <a:p>
            <a:endParaRPr lang="en-US" sz="1600" dirty="0"/>
          </a:p>
          <a:p>
            <a:pPr marL="285750" indent="-285750">
              <a:buFont typeface="Arial" panose="020B0604020202020204" pitchFamily="34" charset="0"/>
              <a:buChar char="•"/>
            </a:pPr>
            <a:r>
              <a:rPr lang="vi-VN" sz="1600" dirty="0"/>
              <a:t>Kho dữ liệu huấn luyện: khoảng </a:t>
            </a:r>
            <a:r>
              <a:rPr lang="vi-VN" sz="1600" b="1" dirty="0"/>
              <a:t>300,000 triplets</a:t>
            </a:r>
            <a:r>
              <a:rPr lang="vi-VN" sz="1600" dirty="0"/>
              <a:t> (query, positive document, negative document) tiếng Việt.</a:t>
            </a:r>
            <a:endParaRPr lang="en-US" sz="1600" dirty="0"/>
          </a:p>
          <a:p>
            <a:pPr marL="285750" indent="-285750">
              <a:buFont typeface="Arial" panose="020B0604020202020204" pitchFamily="34" charset="0"/>
              <a:buChar char="•"/>
            </a:pPr>
            <a:r>
              <a:rPr lang="vi-VN" sz="1600" dirty="0"/>
              <a:t>Trên dataset luật pháp (Legal Zalo 2021) đạt Accuracy@1 ≈ 0.7274, MRR@10 ≈ 0.8181 với mô hình này; so với base BGE-M3 thấp hơn khá nhiều (≈0.5682)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Các phiên bản khác: Có Vietnamese_Embedding_v2 với dữ liệu lớn hơn (~1,100,000 triplets) được phát hành sau.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127">
          <a:extLst>
            <a:ext uri="{FF2B5EF4-FFF2-40B4-BE49-F238E27FC236}">
              <a16:creationId xmlns:a16="http://schemas.microsoft.com/office/drawing/2014/main" id="{680D2E67-2056-4CC8-5DA9-526057D6C24A}"/>
            </a:ext>
          </a:extLst>
        </p:cNvPr>
        <p:cNvGrpSpPr/>
        <p:nvPr/>
      </p:nvGrpSpPr>
      <p:grpSpPr>
        <a:xfrm>
          <a:off x="0" y="0"/>
          <a:ext cx="0" cy="0"/>
          <a:chOff x="0" y="0"/>
          <a:chExt cx="0" cy="0"/>
        </a:xfrm>
      </p:grpSpPr>
      <p:cxnSp>
        <p:nvCxnSpPr>
          <p:cNvPr id="128" name="Google Shape;128;p15">
            <a:extLst>
              <a:ext uri="{FF2B5EF4-FFF2-40B4-BE49-F238E27FC236}">
                <a16:creationId xmlns:a16="http://schemas.microsoft.com/office/drawing/2014/main" id="{4FA677F9-AC09-4254-B6EC-AA06C078C92F}"/>
              </a:ext>
            </a:extLst>
          </p:cNvPr>
          <p:cNvCxnSpPr/>
          <p:nvPr/>
        </p:nvCxnSpPr>
        <p:spPr>
          <a:xfrm>
            <a:off x="-3463281" y="8723470"/>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29" name="Google Shape;129;p15">
            <a:extLst>
              <a:ext uri="{FF2B5EF4-FFF2-40B4-BE49-F238E27FC236}">
                <a16:creationId xmlns:a16="http://schemas.microsoft.com/office/drawing/2014/main" id="{12466D5F-7EF9-302E-FDAE-EF883FE914C5}"/>
              </a:ext>
            </a:extLst>
          </p:cNvPr>
          <p:cNvCxnSpPr/>
          <p:nvPr/>
        </p:nvCxnSpPr>
        <p:spPr>
          <a:xfrm>
            <a:off x="-3463281" y="9483197"/>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30" name="Google Shape;130;p15">
            <a:extLst>
              <a:ext uri="{FF2B5EF4-FFF2-40B4-BE49-F238E27FC236}">
                <a16:creationId xmlns:a16="http://schemas.microsoft.com/office/drawing/2014/main" id="{AD01941B-129A-7F24-40F1-2F0CAAE751E9}"/>
              </a:ext>
            </a:extLst>
          </p:cNvPr>
          <p:cNvCxnSpPr/>
          <p:nvPr/>
        </p:nvCxnSpPr>
        <p:spPr>
          <a:xfrm>
            <a:off x="-3463281" y="2201219"/>
            <a:ext cx="25317130" cy="0"/>
          </a:xfrm>
          <a:prstGeom prst="straightConnector1">
            <a:avLst/>
          </a:prstGeom>
          <a:noFill/>
          <a:ln w="28575" cap="flat" cmpd="sng">
            <a:solidFill>
              <a:srgbClr val="000000"/>
            </a:solidFill>
            <a:prstDash val="solid"/>
            <a:round/>
            <a:headEnd type="none" w="sm" len="sm"/>
            <a:tailEnd type="none" w="sm" len="sm"/>
          </a:ln>
        </p:spPr>
      </p:cxnSp>
      <p:cxnSp>
        <p:nvCxnSpPr>
          <p:cNvPr id="131" name="Google Shape;131;p15">
            <a:extLst>
              <a:ext uri="{FF2B5EF4-FFF2-40B4-BE49-F238E27FC236}">
                <a16:creationId xmlns:a16="http://schemas.microsoft.com/office/drawing/2014/main" id="{84EA6653-1DDE-5533-982F-5A9335B23798}"/>
              </a:ext>
            </a:extLst>
          </p:cNvPr>
          <p:cNvCxnSpPr/>
          <p:nvPr/>
        </p:nvCxnSpPr>
        <p:spPr>
          <a:xfrm>
            <a:off x="-3463281" y="2960946"/>
            <a:ext cx="25317130" cy="0"/>
          </a:xfrm>
          <a:prstGeom prst="straightConnector1">
            <a:avLst/>
          </a:prstGeom>
          <a:noFill/>
          <a:ln w="28575" cap="flat" cmpd="sng">
            <a:solidFill>
              <a:srgbClr val="000000"/>
            </a:solidFill>
            <a:prstDash val="solid"/>
            <a:round/>
            <a:headEnd type="none" w="sm" len="sm"/>
            <a:tailEnd type="none" w="sm" len="sm"/>
          </a:ln>
        </p:spPr>
      </p:cxnSp>
      <p:grpSp>
        <p:nvGrpSpPr>
          <p:cNvPr id="132" name="Google Shape;132;p15">
            <a:extLst>
              <a:ext uri="{FF2B5EF4-FFF2-40B4-BE49-F238E27FC236}">
                <a16:creationId xmlns:a16="http://schemas.microsoft.com/office/drawing/2014/main" id="{EC85E3E4-06BB-561D-1C2B-09BCD9E077C5}"/>
              </a:ext>
            </a:extLst>
          </p:cNvPr>
          <p:cNvGrpSpPr/>
          <p:nvPr/>
        </p:nvGrpSpPr>
        <p:grpSpPr>
          <a:xfrm>
            <a:off x="9620622" y="1897609"/>
            <a:ext cx="6166244" cy="7571301"/>
            <a:chOff x="0" y="-76200"/>
            <a:chExt cx="1624031" cy="1994087"/>
          </a:xfrm>
        </p:grpSpPr>
        <p:sp>
          <p:nvSpPr>
            <p:cNvPr id="133" name="Google Shape;133;p15">
              <a:extLst>
                <a:ext uri="{FF2B5EF4-FFF2-40B4-BE49-F238E27FC236}">
                  <a16:creationId xmlns:a16="http://schemas.microsoft.com/office/drawing/2014/main" id="{BB6CBB63-E31F-AF16-DD5B-098B5DA51B3D}"/>
                </a:ext>
              </a:extLst>
            </p:cNvPr>
            <p:cNvSpPr/>
            <p:nvPr/>
          </p:nvSpPr>
          <p:spPr>
            <a:xfrm>
              <a:off x="0" y="0"/>
              <a:ext cx="1624031" cy="1917887"/>
            </a:xfrm>
            <a:custGeom>
              <a:avLst/>
              <a:gdLst/>
              <a:ahLst/>
              <a:cxnLst/>
              <a:rect l="l" t="t" r="r" b="b"/>
              <a:pathLst>
                <a:path w="1624031" h="1917887" extrusionOk="0">
                  <a:moveTo>
                    <a:pt x="0" y="0"/>
                  </a:moveTo>
                  <a:lnTo>
                    <a:pt x="1624031" y="0"/>
                  </a:lnTo>
                  <a:lnTo>
                    <a:pt x="1624031" y="1917887"/>
                  </a:lnTo>
                  <a:lnTo>
                    <a:pt x="0" y="1917887"/>
                  </a:lnTo>
                  <a:close/>
                </a:path>
              </a:pathLst>
            </a:custGeom>
            <a:solidFill>
              <a:srgbClr val="000000"/>
            </a:solidFill>
            <a:ln>
              <a:noFill/>
            </a:ln>
          </p:spPr>
          <p:txBody>
            <a:bodyPr/>
            <a:lstStyle/>
            <a:p>
              <a:endParaRPr lang="vi-VN"/>
            </a:p>
          </p:txBody>
        </p:sp>
        <p:sp>
          <p:nvSpPr>
            <p:cNvPr id="134" name="Google Shape;134;p15">
              <a:extLst>
                <a:ext uri="{FF2B5EF4-FFF2-40B4-BE49-F238E27FC236}">
                  <a16:creationId xmlns:a16="http://schemas.microsoft.com/office/drawing/2014/main" id="{B8273469-1891-D4FB-9B41-12E58270B1A5}"/>
                </a:ext>
              </a:extLst>
            </p:cNvPr>
            <p:cNvSpPr txBox="1"/>
            <p:nvPr/>
          </p:nvSpPr>
          <p:spPr>
            <a:xfrm>
              <a:off x="0" y="-76200"/>
              <a:ext cx="1624031" cy="1994087"/>
            </a:xfrm>
            <a:prstGeom prst="rect">
              <a:avLst/>
            </a:prstGeom>
            <a:noFill/>
            <a:ln>
              <a:noFill/>
            </a:ln>
          </p:spPr>
          <p:txBody>
            <a:bodyPr spcFirstLastPara="1" wrap="square" lIns="50800" tIns="50800" rIns="50800" bIns="508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6" name="Google Shape;136;p15">
            <a:extLst>
              <a:ext uri="{FF2B5EF4-FFF2-40B4-BE49-F238E27FC236}">
                <a16:creationId xmlns:a16="http://schemas.microsoft.com/office/drawing/2014/main" id="{2A79B213-65E2-97E3-E973-A88E3F40D5C6}"/>
              </a:ext>
            </a:extLst>
          </p:cNvPr>
          <p:cNvGrpSpPr/>
          <p:nvPr/>
        </p:nvGrpSpPr>
        <p:grpSpPr>
          <a:xfrm>
            <a:off x="1367453" y="3127034"/>
            <a:ext cx="5752035" cy="76764"/>
            <a:chOff x="0" y="0"/>
            <a:chExt cx="7669380" cy="102352"/>
          </a:xfrm>
        </p:grpSpPr>
        <p:grpSp>
          <p:nvGrpSpPr>
            <p:cNvPr id="137" name="Google Shape;137;p15">
              <a:extLst>
                <a:ext uri="{FF2B5EF4-FFF2-40B4-BE49-F238E27FC236}">
                  <a16:creationId xmlns:a16="http://schemas.microsoft.com/office/drawing/2014/main" id="{BD764678-1004-FB16-7E51-AA764CAEBAE8}"/>
                </a:ext>
              </a:extLst>
            </p:cNvPr>
            <p:cNvGrpSpPr/>
            <p:nvPr/>
          </p:nvGrpSpPr>
          <p:grpSpPr>
            <a:xfrm>
              <a:off x="1677788" y="0"/>
              <a:ext cx="102352" cy="102352"/>
              <a:chOff x="0" y="0"/>
              <a:chExt cx="812800" cy="812800"/>
            </a:xfrm>
          </p:grpSpPr>
          <p:sp>
            <p:nvSpPr>
              <p:cNvPr id="138" name="Google Shape;138;p15">
                <a:extLst>
                  <a:ext uri="{FF2B5EF4-FFF2-40B4-BE49-F238E27FC236}">
                    <a16:creationId xmlns:a16="http://schemas.microsoft.com/office/drawing/2014/main" id="{CA97D7F0-76C9-AB19-B581-8D78A57522D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a:extLst>
                  <a:ext uri="{FF2B5EF4-FFF2-40B4-BE49-F238E27FC236}">
                    <a16:creationId xmlns:a16="http://schemas.microsoft.com/office/drawing/2014/main" id="{05F465D5-1CB9-D548-91C9-59757A3A5FB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0" name="Google Shape;140;p15">
              <a:extLst>
                <a:ext uri="{FF2B5EF4-FFF2-40B4-BE49-F238E27FC236}">
                  <a16:creationId xmlns:a16="http://schemas.microsoft.com/office/drawing/2014/main" id="{8500404C-70A0-920B-30D5-6EFE2E9F9A61}"/>
                </a:ext>
              </a:extLst>
            </p:cNvPr>
            <p:cNvGrpSpPr/>
            <p:nvPr/>
          </p:nvGrpSpPr>
          <p:grpSpPr>
            <a:xfrm>
              <a:off x="186421" y="0"/>
              <a:ext cx="102352" cy="102352"/>
              <a:chOff x="0" y="0"/>
              <a:chExt cx="812800" cy="812800"/>
            </a:xfrm>
          </p:grpSpPr>
          <p:sp>
            <p:nvSpPr>
              <p:cNvPr id="141" name="Google Shape;141;p15">
                <a:extLst>
                  <a:ext uri="{FF2B5EF4-FFF2-40B4-BE49-F238E27FC236}">
                    <a16:creationId xmlns:a16="http://schemas.microsoft.com/office/drawing/2014/main" id="{04953A2B-1844-DE2A-0161-A22C6C9E2E8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a:extLst>
                  <a:ext uri="{FF2B5EF4-FFF2-40B4-BE49-F238E27FC236}">
                    <a16:creationId xmlns:a16="http://schemas.microsoft.com/office/drawing/2014/main" id="{D9DC1683-AFAB-18F9-A793-382E62FAC1D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3" name="Google Shape;143;p15">
              <a:extLst>
                <a:ext uri="{FF2B5EF4-FFF2-40B4-BE49-F238E27FC236}">
                  <a16:creationId xmlns:a16="http://schemas.microsoft.com/office/drawing/2014/main" id="{F201FECA-5832-00CB-0C48-206B674F1894}"/>
                </a:ext>
              </a:extLst>
            </p:cNvPr>
            <p:cNvGrpSpPr/>
            <p:nvPr/>
          </p:nvGrpSpPr>
          <p:grpSpPr>
            <a:xfrm>
              <a:off x="2050629" y="0"/>
              <a:ext cx="102352" cy="102352"/>
              <a:chOff x="0" y="0"/>
              <a:chExt cx="812800" cy="812800"/>
            </a:xfrm>
          </p:grpSpPr>
          <p:sp>
            <p:nvSpPr>
              <p:cNvPr id="144" name="Google Shape;144;p15">
                <a:extLst>
                  <a:ext uri="{FF2B5EF4-FFF2-40B4-BE49-F238E27FC236}">
                    <a16:creationId xmlns:a16="http://schemas.microsoft.com/office/drawing/2014/main" id="{BF45D76C-5CA3-2727-9EA4-09E9E3C1004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a:extLst>
                  <a:ext uri="{FF2B5EF4-FFF2-40B4-BE49-F238E27FC236}">
                    <a16:creationId xmlns:a16="http://schemas.microsoft.com/office/drawing/2014/main" id="{AD2728FC-490B-3505-97FC-554E1FCCBE9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6" name="Google Shape;146;p15">
              <a:extLst>
                <a:ext uri="{FF2B5EF4-FFF2-40B4-BE49-F238E27FC236}">
                  <a16:creationId xmlns:a16="http://schemas.microsoft.com/office/drawing/2014/main" id="{097094C0-1A75-24D7-36F4-40B106F50CF1}"/>
                </a:ext>
              </a:extLst>
            </p:cNvPr>
            <p:cNvGrpSpPr/>
            <p:nvPr/>
          </p:nvGrpSpPr>
          <p:grpSpPr>
            <a:xfrm>
              <a:off x="559263" y="0"/>
              <a:ext cx="102352" cy="102352"/>
              <a:chOff x="0" y="0"/>
              <a:chExt cx="812800" cy="812800"/>
            </a:xfrm>
          </p:grpSpPr>
          <p:sp>
            <p:nvSpPr>
              <p:cNvPr id="147" name="Google Shape;147;p15">
                <a:extLst>
                  <a:ext uri="{FF2B5EF4-FFF2-40B4-BE49-F238E27FC236}">
                    <a16:creationId xmlns:a16="http://schemas.microsoft.com/office/drawing/2014/main" id="{3DF09AF6-E80A-5A2A-9F75-5E5D54AEED9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a:extLst>
                  <a:ext uri="{FF2B5EF4-FFF2-40B4-BE49-F238E27FC236}">
                    <a16:creationId xmlns:a16="http://schemas.microsoft.com/office/drawing/2014/main" id="{0503B571-2ABF-2B37-613C-316FFB96F288}"/>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9" name="Google Shape;149;p15">
              <a:extLst>
                <a:ext uri="{FF2B5EF4-FFF2-40B4-BE49-F238E27FC236}">
                  <a16:creationId xmlns:a16="http://schemas.microsoft.com/office/drawing/2014/main" id="{3A6EDFCB-A035-1958-B449-7034203F2ADD}"/>
                </a:ext>
              </a:extLst>
            </p:cNvPr>
            <p:cNvGrpSpPr/>
            <p:nvPr/>
          </p:nvGrpSpPr>
          <p:grpSpPr>
            <a:xfrm>
              <a:off x="2423471" y="0"/>
              <a:ext cx="102352" cy="102352"/>
              <a:chOff x="0" y="0"/>
              <a:chExt cx="812800" cy="812800"/>
            </a:xfrm>
          </p:grpSpPr>
          <p:sp>
            <p:nvSpPr>
              <p:cNvPr id="150" name="Google Shape;150;p15">
                <a:extLst>
                  <a:ext uri="{FF2B5EF4-FFF2-40B4-BE49-F238E27FC236}">
                    <a16:creationId xmlns:a16="http://schemas.microsoft.com/office/drawing/2014/main" id="{9C12C219-BBD8-441E-D43E-4EED76040F0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a:extLst>
                  <a:ext uri="{FF2B5EF4-FFF2-40B4-BE49-F238E27FC236}">
                    <a16:creationId xmlns:a16="http://schemas.microsoft.com/office/drawing/2014/main" id="{4A590132-A123-FFEC-90F9-D11F751E8A7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2" name="Google Shape;152;p15">
              <a:extLst>
                <a:ext uri="{FF2B5EF4-FFF2-40B4-BE49-F238E27FC236}">
                  <a16:creationId xmlns:a16="http://schemas.microsoft.com/office/drawing/2014/main" id="{E52162C5-F57D-DB27-9284-9969B33804F1}"/>
                </a:ext>
              </a:extLst>
            </p:cNvPr>
            <p:cNvGrpSpPr/>
            <p:nvPr/>
          </p:nvGrpSpPr>
          <p:grpSpPr>
            <a:xfrm>
              <a:off x="932104" y="0"/>
              <a:ext cx="102352" cy="102352"/>
              <a:chOff x="0" y="0"/>
              <a:chExt cx="812800" cy="812800"/>
            </a:xfrm>
          </p:grpSpPr>
          <p:sp>
            <p:nvSpPr>
              <p:cNvPr id="153" name="Google Shape;153;p15">
                <a:extLst>
                  <a:ext uri="{FF2B5EF4-FFF2-40B4-BE49-F238E27FC236}">
                    <a16:creationId xmlns:a16="http://schemas.microsoft.com/office/drawing/2014/main" id="{91C9BAE1-F812-E96B-36AB-7A778020015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a:extLst>
                  <a:ext uri="{FF2B5EF4-FFF2-40B4-BE49-F238E27FC236}">
                    <a16:creationId xmlns:a16="http://schemas.microsoft.com/office/drawing/2014/main" id="{4CB6CCD3-B877-918F-4D7A-5F9E4D940E48}"/>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5" name="Google Shape;155;p15">
              <a:extLst>
                <a:ext uri="{FF2B5EF4-FFF2-40B4-BE49-F238E27FC236}">
                  <a16:creationId xmlns:a16="http://schemas.microsoft.com/office/drawing/2014/main" id="{6B675B1B-F076-7269-CB34-1D21AC4F6FBC}"/>
                </a:ext>
              </a:extLst>
            </p:cNvPr>
            <p:cNvGrpSpPr/>
            <p:nvPr/>
          </p:nvGrpSpPr>
          <p:grpSpPr>
            <a:xfrm>
              <a:off x="2796313" y="0"/>
              <a:ext cx="102352" cy="102352"/>
              <a:chOff x="0" y="0"/>
              <a:chExt cx="812800" cy="812800"/>
            </a:xfrm>
          </p:grpSpPr>
          <p:sp>
            <p:nvSpPr>
              <p:cNvPr id="156" name="Google Shape;156;p15">
                <a:extLst>
                  <a:ext uri="{FF2B5EF4-FFF2-40B4-BE49-F238E27FC236}">
                    <a16:creationId xmlns:a16="http://schemas.microsoft.com/office/drawing/2014/main" id="{FEE52520-3ACD-539C-021B-8F306FF6A85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a:extLst>
                  <a:ext uri="{FF2B5EF4-FFF2-40B4-BE49-F238E27FC236}">
                    <a16:creationId xmlns:a16="http://schemas.microsoft.com/office/drawing/2014/main" id="{451913A9-4603-0B2F-7931-2002A7DB5081}"/>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8" name="Google Shape;158;p15">
              <a:extLst>
                <a:ext uri="{FF2B5EF4-FFF2-40B4-BE49-F238E27FC236}">
                  <a16:creationId xmlns:a16="http://schemas.microsoft.com/office/drawing/2014/main" id="{99CE2676-70D9-3595-E37B-CE60E475DE44}"/>
                </a:ext>
              </a:extLst>
            </p:cNvPr>
            <p:cNvGrpSpPr/>
            <p:nvPr/>
          </p:nvGrpSpPr>
          <p:grpSpPr>
            <a:xfrm>
              <a:off x="2982733" y="0"/>
              <a:ext cx="102352" cy="102352"/>
              <a:chOff x="0" y="0"/>
              <a:chExt cx="812800" cy="812800"/>
            </a:xfrm>
          </p:grpSpPr>
          <p:sp>
            <p:nvSpPr>
              <p:cNvPr id="159" name="Google Shape;159;p15">
                <a:extLst>
                  <a:ext uri="{FF2B5EF4-FFF2-40B4-BE49-F238E27FC236}">
                    <a16:creationId xmlns:a16="http://schemas.microsoft.com/office/drawing/2014/main" id="{174A15F3-7118-4BED-9619-4FF771C0781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a:extLst>
                  <a:ext uri="{FF2B5EF4-FFF2-40B4-BE49-F238E27FC236}">
                    <a16:creationId xmlns:a16="http://schemas.microsoft.com/office/drawing/2014/main" id="{D5BA0F97-5C8A-4C4E-A670-330388840F3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15">
              <a:extLst>
                <a:ext uri="{FF2B5EF4-FFF2-40B4-BE49-F238E27FC236}">
                  <a16:creationId xmlns:a16="http://schemas.microsoft.com/office/drawing/2014/main" id="{420E3F59-680E-49AF-84F6-2F58AF4509F3}"/>
                </a:ext>
              </a:extLst>
            </p:cNvPr>
            <p:cNvGrpSpPr/>
            <p:nvPr/>
          </p:nvGrpSpPr>
          <p:grpSpPr>
            <a:xfrm>
              <a:off x="3169154" y="0"/>
              <a:ext cx="102352" cy="102352"/>
              <a:chOff x="0" y="0"/>
              <a:chExt cx="812800" cy="812800"/>
            </a:xfrm>
          </p:grpSpPr>
          <p:sp>
            <p:nvSpPr>
              <p:cNvPr id="162" name="Google Shape;162;p15">
                <a:extLst>
                  <a:ext uri="{FF2B5EF4-FFF2-40B4-BE49-F238E27FC236}">
                    <a16:creationId xmlns:a16="http://schemas.microsoft.com/office/drawing/2014/main" id="{CE496835-1054-C5B5-98C6-2E3E1916F86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a:extLst>
                  <a:ext uri="{FF2B5EF4-FFF2-40B4-BE49-F238E27FC236}">
                    <a16:creationId xmlns:a16="http://schemas.microsoft.com/office/drawing/2014/main" id="{D5723EF3-00E1-DCCE-6A0F-5E89A03B077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4" name="Google Shape;164;p15">
              <a:extLst>
                <a:ext uri="{FF2B5EF4-FFF2-40B4-BE49-F238E27FC236}">
                  <a16:creationId xmlns:a16="http://schemas.microsoft.com/office/drawing/2014/main" id="{9E4C8BB8-AF44-A42E-8502-4978CEC8E638}"/>
                </a:ext>
              </a:extLst>
            </p:cNvPr>
            <p:cNvGrpSpPr/>
            <p:nvPr/>
          </p:nvGrpSpPr>
          <p:grpSpPr>
            <a:xfrm>
              <a:off x="3355575" y="0"/>
              <a:ext cx="102352" cy="102352"/>
              <a:chOff x="0" y="0"/>
              <a:chExt cx="812800" cy="812800"/>
            </a:xfrm>
          </p:grpSpPr>
          <p:sp>
            <p:nvSpPr>
              <p:cNvPr id="165" name="Google Shape;165;p15">
                <a:extLst>
                  <a:ext uri="{FF2B5EF4-FFF2-40B4-BE49-F238E27FC236}">
                    <a16:creationId xmlns:a16="http://schemas.microsoft.com/office/drawing/2014/main" id="{83A1A186-4AE8-8E63-C4C8-BF3C3745B55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a:extLst>
                  <a:ext uri="{FF2B5EF4-FFF2-40B4-BE49-F238E27FC236}">
                    <a16:creationId xmlns:a16="http://schemas.microsoft.com/office/drawing/2014/main" id="{E0DD768E-8024-6BE2-6BAD-B5AAB1CF053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167" name="Google Shape;167;p15">
              <a:extLst>
                <a:ext uri="{FF2B5EF4-FFF2-40B4-BE49-F238E27FC236}">
                  <a16:creationId xmlns:a16="http://schemas.microsoft.com/office/drawing/2014/main" id="{DB52F298-11EA-9836-D24B-AFA219E090E1}"/>
                </a:ext>
              </a:extLst>
            </p:cNvPr>
            <p:cNvGrpSpPr/>
            <p:nvPr/>
          </p:nvGrpSpPr>
          <p:grpSpPr>
            <a:xfrm>
              <a:off x="1491367" y="0"/>
              <a:ext cx="102352" cy="102352"/>
              <a:chOff x="0" y="0"/>
              <a:chExt cx="812800" cy="812800"/>
            </a:xfrm>
          </p:grpSpPr>
          <p:sp>
            <p:nvSpPr>
              <p:cNvPr id="168" name="Google Shape;168;p15">
                <a:extLst>
                  <a:ext uri="{FF2B5EF4-FFF2-40B4-BE49-F238E27FC236}">
                    <a16:creationId xmlns:a16="http://schemas.microsoft.com/office/drawing/2014/main" id="{150A9EEE-2561-8CA0-B97F-10CED001BDA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a:extLst>
                  <a:ext uri="{FF2B5EF4-FFF2-40B4-BE49-F238E27FC236}">
                    <a16:creationId xmlns:a16="http://schemas.microsoft.com/office/drawing/2014/main" id="{8F07F08E-12C0-A902-0ABE-56B0FCC10FB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 name="Google Shape;170;p15">
              <a:extLst>
                <a:ext uri="{FF2B5EF4-FFF2-40B4-BE49-F238E27FC236}">
                  <a16:creationId xmlns:a16="http://schemas.microsoft.com/office/drawing/2014/main" id="{5BA90473-AF2B-7C65-7430-CC6AF62B0D42}"/>
                </a:ext>
              </a:extLst>
            </p:cNvPr>
            <p:cNvGrpSpPr/>
            <p:nvPr/>
          </p:nvGrpSpPr>
          <p:grpSpPr>
            <a:xfrm>
              <a:off x="0" y="0"/>
              <a:ext cx="102352" cy="102352"/>
              <a:chOff x="0" y="0"/>
              <a:chExt cx="812800" cy="812800"/>
            </a:xfrm>
          </p:grpSpPr>
          <p:sp>
            <p:nvSpPr>
              <p:cNvPr id="171" name="Google Shape;171;p15">
                <a:extLst>
                  <a:ext uri="{FF2B5EF4-FFF2-40B4-BE49-F238E27FC236}">
                    <a16:creationId xmlns:a16="http://schemas.microsoft.com/office/drawing/2014/main" id="{033F06D3-1CBE-100D-08BA-80A9B922395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a:extLst>
                  <a:ext uri="{FF2B5EF4-FFF2-40B4-BE49-F238E27FC236}">
                    <a16:creationId xmlns:a16="http://schemas.microsoft.com/office/drawing/2014/main" id="{2B8023D5-9FCC-B73E-F7B1-B919261F195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 name="Google Shape;173;p15">
              <a:extLst>
                <a:ext uri="{FF2B5EF4-FFF2-40B4-BE49-F238E27FC236}">
                  <a16:creationId xmlns:a16="http://schemas.microsoft.com/office/drawing/2014/main" id="{BA897D72-4101-ED7F-EDDD-7F540E8DEA6F}"/>
                </a:ext>
              </a:extLst>
            </p:cNvPr>
            <p:cNvGrpSpPr/>
            <p:nvPr/>
          </p:nvGrpSpPr>
          <p:grpSpPr>
            <a:xfrm>
              <a:off x="1864208" y="0"/>
              <a:ext cx="102352" cy="102352"/>
              <a:chOff x="0" y="0"/>
              <a:chExt cx="812800" cy="812800"/>
            </a:xfrm>
          </p:grpSpPr>
          <p:sp>
            <p:nvSpPr>
              <p:cNvPr id="174" name="Google Shape;174;p15">
                <a:extLst>
                  <a:ext uri="{FF2B5EF4-FFF2-40B4-BE49-F238E27FC236}">
                    <a16:creationId xmlns:a16="http://schemas.microsoft.com/office/drawing/2014/main" id="{5A0869F8-B6E6-C57B-DDBA-58985694B0A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a:extLst>
                  <a:ext uri="{FF2B5EF4-FFF2-40B4-BE49-F238E27FC236}">
                    <a16:creationId xmlns:a16="http://schemas.microsoft.com/office/drawing/2014/main" id="{8E51FE11-EB1E-54E5-2425-243C32CCCCC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15">
              <a:extLst>
                <a:ext uri="{FF2B5EF4-FFF2-40B4-BE49-F238E27FC236}">
                  <a16:creationId xmlns:a16="http://schemas.microsoft.com/office/drawing/2014/main" id="{4867035C-5E7D-65AE-0FEC-2FCF5455594E}"/>
                </a:ext>
              </a:extLst>
            </p:cNvPr>
            <p:cNvGrpSpPr/>
            <p:nvPr/>
          </p:nvGrpSpPr>
          <p:grpSpPr>
            <a:xfrm>
              <a:off x="372842" y="0"/>
              <a:ext cx="102352" cy="102352"/>
              <a:chOff x="0" y="0"/>
              <a:chExt cx="812800" cy="812800"/>
            </a:xfrm>
          </p:grpSpPr>
          <p:sp>
            <p:nvSpPr>
              <p:cNvPr id="177" name="Google Shape;177;p15">
                <a:extLst>
                  <a:ext uri="{FF2B5EF4-FFF2-40B4-BE49-F238E27FC236}">
                    <a16:creationId xmlns:a16="http://schemas.microsoft.com/office/drawing/2014/main" id="{9CDEE861-D656-C8CE-4537-06F87F01340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a:extLst>
                  <a:ext uri="{FF2B5EF4-FFF2-40B4-BE49-F238E27FC236}">
                    <a16:creationId xmlns:a16="http://schemas.microsoft.com/office/drawing/2014/main" id="{DB238133-90B7-CF07-A226-43F715DDA6D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15">
              <a:extLst>
                <a:ext uri="{FF2B5EF4-FFF2-40B4-BE49-F238E27FC236}">
                  <a16:creationId xmlns:a16="http://schemas.microsoft.com/office/drawing/2014/main" id="{7604496A-2B60-BEF2-6063-F528A239DFDB}"/>
                </a:ext>
              </a:extLst>
            </p:cNvPr>
            <p:cNvGrpSpPr/>
            <p:nvPr/>
          </p:nvGrpSpPr>
          <p:grpSpPr>
            <a:xfrm>
              <a:off x="2237050" y="0"/>
              <a:ext cx="102352" cy="102352"/>
              <a:chOff x="0" y="0"/>
              <a:chExt cx="812800" cy="812800"/>
            </a:xfrm>
          </p:grpSpPr>
          <p:sp>
            <p:nvSpPr>
              <p:cNvPr id="180" name="Google Shape;180;p15">
                <a:extLst>
                  <a:ext uri="{FF2B5EF4-FFF2-40B4-BE49-F238E27FC236}">
                    <a16:creationId xmlns:a16="http://schemas.microsoft.com/office/drawing/2014/main" id="{D4748F21-D058-3C5D-42C0-5EB9332B1B3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a:extLst>
                  <a:ext uri="{FF2B5EF4-FFF2-40B4-BE49-F238E27FC236}">
                    <a16:creationId xmlns:a16="http://schemas.microsoft.com/office/drawing/2014/main" id="{5BD58A70-2871-547F-A92C-C82289A9681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15">
              <a:extLst>
                <a:ext uri="{FF2B5EF4-FFF2-40B4-BE49-F238E27FC236}">
                  <a16:creationId xmlns:a16="http://schemas.microsoft.com/office/drawing/2014/main" id="{08A83132-7559-2A60-FDDA-806E3AD6F954}"/>
                </a:ext>
              </a:extLst>
            </p:cNvPr>
            <p:cNvGrpSpPr/>
            <p:nvPr/>
          </p:nvGrpSpPr>
          <p:grpSpPr>
            <a:xfrm>
              <a:off x="745683" y="0"/>
              <a:ext cx="102352" cy="102352"/>
              <a:chOff x="0" y="0"/>
              <a:chExt cx="812800" cy="812800"/>
            </a:xfrm>
          </p:grpSpPr>
          <p:sp>
            <p:nvSpPr>
              <p:cNvPr id="183" name="Google Shape;183;p15">
                <a:extLst>
                  <a:ext uri="{FF2B5EF4-FFF2-40B4-BE49-F238E27FC236}">
                    <a16:creationId xmlns:a16="http://schemas.microsoft.com/office/drawing/2014/main" id="{95DCAE46-E541-DB39-6AF1-B2047FA0F3D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5">
                <a:extLst>
                  <a:ext uri="{FF2B5EF4-FFF2-40B4-BE49-F238E27FC236}">
                    <a16:creationId xmlns:a16="http://schemas.microsoft.com/office/drawing/2014/main" id="{2E715DCD-8931-51F5-5F10-5BDB44395B7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15">
              <a:extLst>
                <a:ext uri="{FF2B5EF4-FFF2-40B4-BE49-F238E27FC236}">
                  <a16:creationId xmlns:a16="http://schemas.microsoft.com/office/drawing/2014/main" id="{37AD4872-10DE-7FFA-A3C8-BEC8B5855B7F}"/>
                </a:ext>
              </a:extLst>
            </p:cNvPr>
            <p:cNvGrpSpPr/>
            <p:nvPr/>
          </p:nvGrpSpPr>
          <p:grpSpPr>
            <a:xfrm>
              <a:off x="2609892" y="0"/>
              <a:ext cx="102352" cy="102352"/>
              <a:chOff x="0" y="0"/>
              <a:chExt cx="812800" cy="812800"/>
            </a:xfrm>
          </p:grpSpPr>
          <p:sp>
            <p:nvSpPr>
              <p:cNvPr id="186" name="Google Shape;186;p15">
                <a:extLst>
                  <a:ext uri="{FF2B5EF4-FFF2-40B4-BE49-F238E27FC236}">
                    <a16:creationId xmlns:a16="http://schemas.microsoft.com/office/drawing/2014/main" id="{31AE72F0-19ED-9E2C-884C-98CB37D05DB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a:extLst>
                  <a:ext uri="{FF2B5EF4-FFF2-40B4-BE49-F238E27FC236}">
                    <a16:creationId xmlns:a16="http://schemas.microsoft.com/office/drawing/2014/main" id="{F28AFDD5-C905-C59C-181C-9E0BFBE4E5C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8" name="Google Shape;188;p15">
              <a:extLst>
                <a:ext uri="{FF2B5EF4-FFF2-40B4-BE49-F238E27FC236}">
                  <a16:creationId xmlns:a16="http://schemas.microsoft.com/office/drawing/2014/main" id="{E5A855EF-7F1B-1C77-3A4D-D4D60B89004A}"/>
                </a:ext>
              </a:extLst>
            </p:cNvPr>
            <p:cNvGrpSpPr/>
            <p:nvPr/>
          </p:nvGrpSpPr>
          <p:grpSpPr>
            <a:xfrm>
              <a:off x="1118525" y="0"/>
              <a:ext cx="102352" cy="102352"/>
              <a:chOff x="0" y="0"/>
              <a:chExt cx="812800" cy="812800"/>
            </a:xfrm>
          </p:grpSpPr>
          <p:sp>
            <p:nvSpPr>
              <p:cNvPr id="189" name="Google Shape;189;p15">
                <a:extLst>
                  <a:ext uri="{FF2B5EF4-FFF2-40B4-BE49-F238E27FC236}">
                    <a16:creationId xmlns:a16="http://schemas.microsoft.com/office/drawing/2014/main" id="{76B3630F-FA3D-0B20-17A7-803032D8B14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a:extLst>
                  <a:ext uri="{FF2B5EF4-FFF2-40B4-BE49-F238E27FC236}">
                    <a16:creationId xmlns:a16="http://schemas.microsoft.com/office/drawing/2014/main" id="{13AE885E-15A2-D524-AC97-44ED159B7F1D}"/>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1" name="Google Shape;191;p15">
              <a:extLst>
                <a:ext uri="{FF2B5EF4-FFF2-40B4-BE49-F238E27FC236}">
                  <a16:creationId xmlns:a16="http://schemas.microsoft.com/office/drawing/2014/main" id="{A9FDF68B-C8FE-8654-FC58-31B1409C1658}"/>
                </a:ext>
              </a:extLst>
            </p:cNvPr>
            <p:cNvGrpSpPr/>
            <p:nvPr/>
          </p:nvGrpSpPr>
          <p:grpSpPr>
            <a:xfrm>
              <a:off x="1304946" y="0"/>
              <a:ext cx="102352" cy="102352"/>
              <a:chOff x="0" y="0"/>
              <a:chExt cx="812800" cy="812800"/>
            </a:xfrm>
          </p:grpSpPr>
          <p:sp>
            <p:nvSpPr>
              <p:cNvPr id="192" name="Google Shape;192;p15">
                <a:extLst>
                  <a:ext uri="{FF2B5EF4-FFF2-40B4-BE49-F238E27FC236}">
                    <a16:creationId xmlns:a16="http://schemas.microsoft.com/office/drawing/2014/main" id="{967228EC-465E-1695-C67C-8DECD1C495C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a:extLst>
                  <a:ext uri="{FF2B5EF4-FFF2-40B4-BE49-F238E27FC236}">
                    <a16:creationId xmlns:a16="http://schemas.microsoft.com/office/drawing/2014/main" id="{C4B9CC1F-F2BB-7D07-CDBC-49A4B9FB3C6E}"/>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4" name="Google Shape;194;p15">
              <a:extLst>
                <a:ext uri="{FF2B5EF4-FFF2-40B4-BE49-F238E27FC236}">
                  <a16:creationId xmlns:a16="http://schemas.microsoft.com/office/drawing/2014/main" id="{D4DADC21-8031-C9FC-0F97-2489EC6DEC64}"/>
                </a:ext>
              </a:extLst>
            </p:cNvPr>
            <p:cNvGrpSpPr/>
            <p:nvPr/>
          </p:nvGrpSpPr>
          <p:grpSpPr>
            <a:xfrm>
              <a:off x="3547005" y="0"/>
              <a:ext cx="102352" cy="102352"/>
              <a:chOff x="0" y="0"/>
              <a:chExt cx="812800" cy="812800"/>
            </a:xfrm>
          </p:grpSpPr>
          <p:sp>
            <p:nvSpPr>
              <p:cNvPr id="195" name="Google Shape;195;p15">
                <a:extLst>
                  <a:ext uri="{FF2B5EF4-FFF2-40B4-BE49-F238E27FC236}">
                    <a16:creationId xmlns:a16="http://schemas.microsoft.com/office/drawing/2014/main" id="{0FEA9004-BC29-CDFB-4A47-4EDFB068D3F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a:extLst>
                  <a:ext uri="{FF2B5EF4-FFF2-40B4-BE49-F238E27FC236}">
                    <a16:creationId xmlns:a16="http://schemas.microsoft.com/office/drawing/2014/main" id="{F19C358B-C274-04E4-82D2-182680289BD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7" name="Google Shape;197;p15">
              <a:extLst>
                <a:ext uri="{FF2B5EF4-FFF2-40B4-BE49-F238E27FC236}">
                  <a16:creationId xmlns:a16="http://schemas.microsoft.com/office/drawing/2014/main" id="{9759368A-05DB-E6A1-00B1-91BE3295B366}"/>
                </a:ext>
              </a:extLst>
            </p:cNvPr>
            <p:cNvGrpSpPr/>
            <p:nvPr/>
          </p:nvGrpSpPr>
          <p:grpSpPr>
            <a:xfrm>
              <a:off x="3929864" y="0"/>
              <a:ext cx="102352" cy="102352"/>
              <a:chOff x="0" y="0"/>
              <a:chExt cx="812800" cy="812800"/>
            </a:xfrm>
          </p:grpSpPr>
          <p:sp>
            <p:nvSpPr>
              <p:cNvPr id="198" name="Google Shape;198;p15">
                <a:extLst>
                  <a:ext uri="{FF2B5EF4-FFF2-40B4-BE49-F238E27FC236}">
                    <a16:creationId xmlns:a16="http://schemas.microsoft.com/office/drawing/2014/main" id="{6CF4D230-6EDE-BD66-0D61-B1CFC404264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a:extLst>
                  <a:ext uri="{FF2B5EF4-FFF2-40B4-BE49-F238E27FC236}">
                    <a16:creationId xmlns:a16="http://schemas.microsoft.com/office/drawing/2014/main" id="{C3C0FC1D-80CC-2FDC-BAC6-C8D21E6BC0F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15">
              <a:extLst>
                <a:ext uri="{FF2B5EF4-FFF2-40B4-BE49-F238E27FC236}">
                  <a16:creationId xmlns:a16="http://schemas.microsoft.com/office/drawing/2014/main" id="{037C9A55-0A1E-8E33-9E7E-A70DC12FC9DD}"/>
                </a:ext>
              </a:extLst>
            </p:cNvPr>
            <p:cNvGrpSpPr/>
            <p:nvPr/>
          </p:nvGrpSpPr>
          <p:grpSpPr>
            <a:xfrm>
              <a:off x="4312724" y="0"/>
              <a:ext cx="102352" cy="102352"/>
              <a:chOff x="0" y="0"/>
              <a:chExt cx="812800" cy="812800"/>
            </a:xfrm>
          </p:grpSpPr>
          <p:sp>
            <p:nvSpPr>
              <p:cNvPr id="201" name="Google Shape;201;p15">
                <a:extLst>
                  <a:ext uri="{FF2B5EF4-FFF2-40B4-BE49-F238E27FC236}">
                    <a16:creationId xmlns:a16="http://schemas.microsoft.com/office/drawing/2014/main" id="{88FB01BC-C881-6817-E385-7D04BDC22BF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5">
                <a:extLst>
                  <a:ext uri="{FF2B5EF4-FFF2-40B4-BE49-F238E27FC236}">
                    <a16:creationId xmlns:a16="http://schemas.microsoft.com/office/drawing/2014/main" id="{BF896E47-9064-FC39-902E-47BAFBD2EBA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3" name="Google Shape;203;p15">
              <a:extLst>
                <a:ext uri="{FF2B5EF4-FFF2-40B4-BE49-F238E27FC236}">
                  <a16:creationId xmlns:a16="http://schemas.microsoft.com/office/drawing/2014/main" id="{A1DF60EE-4CAD-9738-1C21-F579FE6EF68F}"/>
                </a:ext>
              </a:extLst>
            </p:cNvPr>
            <p:cNvGrpSpPr/>
            <p:nvPr/>
          </p:nvGrpSpPr>
          <p:grpSpPr>
            <a:xfrm>
              <a:off x="6227021" y="0"/>
              <a:ext cx="102352" cy="102352"/>
              <a:chOff x="0" y="0"/>
              <a:chExt cx="812800" cy="812800"/>
            </a:xfrm>
          </p:grpSpPr>
          <p:sp>
            <p:nvSpPr>
              <p:cNvPr id="204" name="Google Shape;204;p15">
                <a:extLst>
                  <a:ext uri="{FF2B5EF4-FFF2-40B4-BE49-F238E27FC236}">
                    <a16:creationId xmlns:a16="http://schemas.microsoft.com/office/drawing/2014/main" id="{B2B0EB62-25E5-3BAB-0B0B-6BF86846D10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5">
                <a:extLst>
                  <a:ext uri="{FF2B5EF4-FFF2-40B4-BE49-F238E27FC236}">
                    <a16:creationId xmlns:a16="http://schemas.microsoft.com/office/drawing/2014/main" id="{5485C841-F316-82F7-D418-1B7F6D2FF11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6" name="Google Shape;206;p15">
              <a:extLst>
                <a:ext uri="{FF2B5EF4-FFF2-40B4-BE49-F238E27FC236}">
                  <a16:creationId xmlns:a16="http://schemas.microsoft.com/office/drawing/2014/main" id="{8068BC06-5854-10DD-BB23-0CF7C5F1E779}"/>
                </a:ext>
              </a:extLst>
            </p:cNvPr>
            <p:cNvGrpSpPr/>
            <p:nvPr/>
          </p:nvGrpSpPr>
          <p:grpSpPr>
            <a:xfrm>
              <a:off x="4695583" y="0"/>
              <a:ext cx="102352" cy="102352"/>
              <a:chOff x="0" y="0"/>
              <a:chExt cx="812800" cy="812800"/>
            </a:xfrm>
          </p:grpSpPr>
          <p:sp>
            <p:nvSpPr>
              <p:cNvPr id="207" name="Google Shape;207;p15">
                <a:extLst>
                  <a:ext uri="{FF2B5EF4-FFF2-40B4-BE49-F238E27FC236}">
                    <a16:creationId xmlns:a16="http://schemas.microsoft.com/office/drawing/2014/main" id="{178D092D-563E-F3A5-11DA-4A1E3856CC2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a:extLst>
                  <a:ext uri="{FF2B5EF4-FFF2-40B4-BE49-F238E27FC236}">
                    <a16:creationId xmlns:a16="http://schemas.microsoft.com/office/drawing/2014/main" id="{2331C202-AC34-B4D6-B9AE-0B1114CF1E7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9" name="Google Shape;209;p15">
              <a:extLst>
                <a:ext uri="{FF2B5EF4-FFF2-40B4-BE49-F238E27FC236}">
                  <a16:creationId xmlns:a16="http://schemas.microsoft.com/office/drawing/2014/main" id="{ADD5481E-48FE-68E5-41FF-672FF57A1182}"/>
                </a:ext>
              </a:extLst>
            </p:cNvPr>
            <p:cNvGrpSpPr/>
            <p:nvPr/>
          </p:nvGrpSpPr>
          <p:grpSpPr>
            <a:xfrm>
              <a:off x="6609880" y="0"/>
              <a:ext cx="102352" cy="102352"/>
              <a:chOff x="0" y="0"/>
              <a:chExt cx="812800" cy="812800"/>
            </a:xfrm>
          </p:grpSpPr>
          <p:sp>
            <p:nvSpPr>
              <p:cNvPr id="210" name="Google Shape;210;p15">
                <a:extLst>
                  <a:ext uri="{FF2B5EF4-FFF2-40B4-BE49-F238E27FC236}">
                    <a16:creationId xmlns:a16="http://schemas.microsoft.com/office/drawing/2014/main" id="{F79421F0-07FB-1785-CD7B-B2FDFEA3779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a:extLst>
                  <a:ext uri="{FF2B5EF4-FFF2-40B4-BE49-F238E27FC236}">
                    <a16:creationId xmlns:a16="http://schemas.microsoft.com/office/drawing/2014/main" id="{15F0A4E1-54D5-3233-C9CF-E4671EC15EC9}"/>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2" name="Google Shape;212;p15">
              <a:extLst>
                <a:ext uri="{FF2B5EF4-FFF2-40B4-BE49-F238E27FC236}">
                  <a16:creationId xmlns:a16="http://schemas.microsoft.com/office/drawing/2014/main" id="{57C8397E-A01E-EAE2-E821-D6F5FF771093}"/>
                </a:ext>
              </a:extLst>
            </p:cNvPr>
            <p:cNvGrpSpPr/>
            <p:nvPr/>
          </p:nvGrpSpPr>
          <p:grpSpPr>
            <a:xfrm>
              <a:off x="5078442" y="0"/>
              <a:ext cx="102352" cy="102352"/>
              <a:chOff x="0" y="0"/>
              <a:chExt cx="812800" cy="812800"/>
            </a:xfrm>
          </p:grpSpPr>
          <p:sp>
            <p:nvSpPr>
              <p:cNvPr id="213" name="Google Shape;213;p15">
                <a:extLst>
                  <a:ext uri="{FF2B5EF4-FFF2-40B4-BE49-F238E27FC236}">
                    <a16:creationId xmlns:a16="http://schemas.microsoft.com/office/drawing/2014/main" id="{0D781F24-BDDD-F1C0-5FE2-72D0C811985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a:extLst>
                  <a:ext uri="{FF2B5EF4-FFF2-40B4-BE49-F238E27FC236}">
                    <a16:creationId xmlns:a16="http://schemas.microsoft.com/office/drawing/2014/main" id="{78A964DC-E0DF-490C-9306-2B2DF0100DD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5" name="Google Shape;215;p15">
              <a:extLst>
                <a:ext uri="{FF2B5EF4-FFF2-40B4-BE49-F238E27FC236}">
                  <a16:creationId xmlns:a16="http://schemas.microsoft.com/office/drawing/2014/main" id="{6AD4F078-D044-1CF8-26D5-C9CB56C9A143}"/>
                </a:ext>
              </a:extLst>
            </p:cNvPr>
            <p:cNvGrpSpPr/>
            <p:nvPr/>
          </p:nvGrpSpPr>
          <p:grpSpPr>
            <a:xfrm>
              <a:off x="6992739" y="0"/>
              <a:ext cx="102352" cy="102352"/>
              <a:chOff x="0" y="0"/>
              <a:chExt cx="812800" cy="812800"/>
            </a:xfrm>
          </p:grpSpPr>
          <p:sp>
            <p:nvSpPr>
              <p:cNvPr id="216" name="Google Shape;216;p15">
                <a:extLst>
                  <a:ext uri="{FF2B5EF4-FFF2-40B4-BE49-F238E27FC236}">
                    <a16:creationId xmlns:a16="http://schemas.microsoft.com/office/drawing/2014/main" id="{5590376B-299A-6907-ADE6-FCB5AE75D02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5">
                <a:extLst>
                  <a:ext uri="{FF2B5EF4-FFF2-40B4-BE49-F238E27FC236}">
                    <a16:creationId xmlns:a16="http://schemas.microsoft.com/office/drawing/2014/main" id="{6D4489D6-5A13-415B-1D44-8B206EE6A80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8" name="Google Shape;218;p15">
              <a:extLst>
                <a:ext uri="{FF2B5EF4-FFF2-40B4-BE49-F238E27FC236}">
                  <a16:creationId xmlns:a16="http://schemas.microsoft.com/office/drawing/2014/main" id="{F9D992B2-DC91-050D-B256-CDCFDEFC218D}"/>
                </a:ext>
              </a:extLst>
            </p:cNvPr>
            <p:cNvGrpSpPr/>
            <p:nvPr/>
          </p:nvGrpSpPr>
          <p:grpSpPr>
            <a:xfrm>
              <a:off x="5461302" y="0"/>
              <a:ext cx="102352" cy="102352"/>
              <a:chOff x="0" y="0"/>
              <a:chExt cx="812800" cy="812800"/>
            </a:xfrm>
          </p:grpSpPr>
          <p:sp>
            <p:nvSpPr>
              <p:cNvPr id="219" name="Google Shape;219;p15">
                <a:extLst>
                  <a:ext uri="{FF2B5EF4-FFF2-40B4-BE49-F238E27FC236}">
                    <a16:creationId xmlns:a16="http://schemas.microsoft.com/office/drawing/2014/main" id="{47F2883B-6B87-0905-490C-FFCD63ED272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5">
                <a:extLst>
                  <a:ext uri="{FF2B5EF4-FFF2-40B4-BE49-F238E27FC236}">
                    <a16:creationId xmlns:a16="http://schemas.microsoft.com/office/drawing/2014/main" id="{037EC749-D226-8164-2520-DE188327506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1" name="Google Shape;221;p15">
              <a:extLst>
                <a:ext uri="{FF2B5EF4-FFF2-40B4-BE49-F238E27FC236}">
                  <a16:creationId xmlns:a16="http://schemas.microsoft.com/office/drawing/2014/main" id="{F98F1F67-3544-BBD2-5A95-6C90E40F463D}"/>
                </a:ext>
              </a:extLst>
            </p:cNvPr>
            <p:cNvGrpSpPr/>
            <p:nvPr/>
          </p:nvGrpSpPr>
          <p:grpSpPr>
            <a:xfrm>
              <a:off x="7375599" y="0"/>
              <a:ext cx="102352" cy="102352"/>
              <a:chOff x="0" y="0"/>
              <a:chExt cx="812800" cy="812800"/>
            </a:xfrm>
          </p:grpSpPr>
          <p:sp>
            <p:nvSpPr>
              <p:cNvPr id="222" name="Google Shape;222;p15">
                <a:extLst>
                  <a:ext uri="{FF2B5EF4-FFF2-40B4-BE49-F238E27FC236}">
                    <a16:creationId xmlns:a16="http://schemas.microsoft.com/office/drawing/2014/main" id="{416A0824-E50C-4915-BB0C-3CB8B512B92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a:extLst>
                  <a:ext uri="{FF2B5EF4-FFF2-40B4-BE49-F238E27FC236}">
                    <a16:creationId xmlns:a16="http://schemas.microsoft.com/office/drawing/2014/main" id="{2F35911D-EBFE-C284-4F49-EC53639E9C0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4" name="Google Shape;224;p15">
              <a:extLst>
                <a:ext uri="{FF2B5EF4-FFF2-40B4-BE49-F238E27FC236}">
                  <a16:creationId xmlns:a16="http://schemas.microsoft.com/office/drawing/2014/main" id="{199E2D38-C525-7ADF-A123-613AA9F5F55D}"/>
                </a:ext>
              </a:extLst>
            </p:cNvPr>
            <p:cNvGrpSpPr/>
            <p:nvPr/>
          </p:nvGrpSpPr>
          <p:grpSpPr>
            <a:xfrm>
              <a:off x="7567028" y="0"/>
              <a:ext cx="102352" cy="102352"/>
              <a:chOff x="0" y="0"/>
              <a:chExt cx="812800" cy="812800"/>
            </a:xfrm>
          </p:grpSpPr>
          <p:sp>
            <p:nvSpPr>
              <p:cNvPr id="225" name="Google Shape;225;p15">
                <a:extLst>
                  <a:ext uri="{FF2B5EF4-FFF2-40B4-BE49-F238E27FC236}">
                    <a16:creationId xmlns:a16="http://schemas.microsoft.com/office/drawing/2014/main" id="{51118111-3003-C07A-D0B6-06BA17CACC9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5">
                <a:extLst>
                  <a:ext uri="{FF2B5EF4-FFF2-40B4-BE49-F238E27FC236}">
                    <a16:creationId xmlns:a16="http://schemas.microsoft.com/office/drawing/2014/main" id="{C786636F-366A-8F77-1B1F-C3745FBAC98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7" name="Google Shape;227;p15">
              <a:extLst>
                <a:ext uri="{FF2B5EF4-FFF2-40B4-BE49-F238E27FC236}">
                  <a16:creationId xmlns:a16="http://schemas.microsoft.com/office/drawing/2014/main" id="{F3562A0A-69C3-DFF0-AEF7-FE69DF652A44}"/>
                </a:ext>
              </a:extLst>
            </p:cNvPr>
            <p:cNvGrpSpPr/>
            <p:nvPr/>
          </p:nvGrpSpPr>
          <p:grpSpPr>
            <a:xfrm>
              <a:off x="3738434" y="0"/>
              <a:ext cx="102352" cy="102352"/>
              <a:chOff x="0" y="0"/>
              <a:chExt cx="812800" cy="812800"/>
            </a:xfrm>
          </p:grpSpPr>
          <p:sp>
            <p:nvSpPr>
              <p:cNvPr id="228" name="Google Shape;228;p15">
                <a:extLst>
                  <a:ext uri="{FF2B5EF4-FFF2-40B4-BE49-F238E27FC236}">
                    <a16:creationId xmlns:a16="http://schemas.microsoft.com/office/drawing/2014/main" id="{1EB7AD54-E313-EC59-6B64-F11DA2557D5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a:extLst>
                  <a:ext uri="{FF2B5EF4-FFF2-40B4-BE49-F238E27FC236}">
                    <a16:creationId xmlns:a16="http://schemas.microsoft.com/office/drawing/2014/main" id="{0BAF40E5-1B33-BAF7-7821-1847CC8C007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0" name="Google Shape;230;p15">
              <a:extLst>
                <a:ext uri="{FF2B5EF4-FFF2-40B4-BE49-F238E27FC236}">
                  <a16:creationId xmlns:a16="http://schemas.microsoft.com/office/drawing/2014/main" id="{A32C23A0-0CE9-466F-772F-0669402CA633}"/>
                </a:ext>
              </a:extLst>
            </p:cNvPr>
            <p:cNvGrpSpPr/>
            <p:nvPr/>
          </p:nvGrpSpPr>
          <p:grpSpPr>
            <a:xfrm>
              <a:off x="4121294" y="0"/>
              <a:ext cx="102352" cy="102352"/>
              <a:chOff x="0" y="0"/>
              <a:chExt cx="812800" cy="812800"/>
            </a:xfrm>
          </p:grpSpPr>
          <p:sp>
            <p:nvSpPr>
              <p:cNvPr id="231" name="Google Shape;231;p15">
                <a:extLst>
                  <a:ext uri="{FF2B5EF4-FFF2-40B4-BE49-F238E27FC236}">
                    <a16:creationId xmlns:a16="http://schemas.microsoft.com/office/drawing/2014/main" id="{989D587D-EC5E-FED0-81DC-0CC32C899BE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a:extLst>
                  <a:ext uri="{FF2B5EF4-FFF2-40B4-BE49-F238E27FC236}">
                    <a16:creationId xmlns:a16="http://schemas.microsoft.com/office/drawing/2014/main" id="{D96CD6E1-E04D-7C8F-1750-3F94A832076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3" name="Google Shape;233;p15">
              <a:extLst>
                <a:ext uri="{FF2B5EF4-FFF2-40B4-BE49-F238E27FC236}">
                  <a16:creationId xmlns:a16="http://schemas.microsoft.com/office/drawing/2014/main" id="{B6383C4A-D00E-32C9-2B25-85797CF5DD9C}"/>
                </a:ext>
              </a:extLst>
            </p:cNvPr>
            <p:cNvGrpSpPr/>
            <p:nvPr/>
          </p:nvGrpSpPr>
          <p:grpSpPr>
            <a:xfrm>
              <a:off x="6035591" y="0"/>
              <a:ext cx="102352" cy="102352"/>
              <a:chOff x="0" y="0"/>
              <a:chExt cx="812800" cy="812800"/>
            </a:xfrm>
          </p:grpSpPr>
          <p:sp>
            <p:nvSpPr>
              <p:cNvPr id="234" name="Google Shape;234;p15">
                <a:extLst>
                  <a:ext uri="{FF2B5EF4-FFF2-40B4-BE49-F238E27FC236}">
                    <a16:creationId xmlns:a16="http://schemas.microsoft.com/office/drawing/2014/main" id="{86F1AC94-CFD9-138F-3FD7-20F34F3574D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5">
                <a:extLst>
                  <a:ext uri="{FF2B5EF4-FFF2-40B4-BE49-F238E27FC236}">
                    <a16:creationId xmlns:a16="http://schemas.microsoft.com/office/drawing/2014/main" id="{FDD75C9B-69FF-AB75-B415-5EEF55C762F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6" name="Google Shape;236;p15">
              <a:extLst>
                <a:ext uri="{FF2B5EF4-FFF2-40B4-BE49-F238E27FC236}">
                  <a16:creationId xmlns:a16="http://schemas.microsoft.com/office/drawing/2014/main" id="{0E030882-B4C3-597A-6590-7685DC28B464}"/>
                </a:ext>
              </a:extLst>
            </p:cNvPr>
            <p:cNvGrpSpPr/>
            <p:nvPr/>
          </p:nvGrpSpPr>
          <p:grpSpPr>
            <a:xfrm>
              <a:off x="4504153" y="0"/>
              <a:ext cx="102352" cy="102352"/>
              <a:chOff x="0" y="0"/>
              <a:chExt cx="812800" cy="812800"/>
            </a:xfrm>
          </p:grpSpPr>
          <p:sp>
            <p:nvSpPr>
              <p:cNvPr id="237" name="Google Shape;237;p15">
                <a:extLst>
                  <a:ext uri="{FF2B5EF4-FFF2-40B4-BE49-F238E27FC236}">
                    <a16:creationId xmlns:a16="http://schemas.microsoft.com/office/drawing/2014/main" id="{0264FA64-9B9B-6FFA-05D9-6C74648BB00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a:extLst>
                  <a:ext uri="{FF2B5EF4-FFF2-40B4-BE49-F238E27FC236}">
                    <a16:creationId xmlns:a16="http://schemas.microsoft.com/office/drawing/2014/main" id="{B967F6D7-F63B-49C3-6514-F4276EC8953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15">
              <a:extLst>
                <a:ext uri="{FF2B5EF4-FFF2-40B4-BE49-F238E27FC236}">
                  <a16:creationId xmlns:a16="http://schemas.microsoft.com/office/drawing/2014/main" id="{31BDA5B7-91EC-5F71-64CC-147F4A9E59C9}"/>
                </a:ext>
              </a:extLst>
            </p:cNvPr>
            <p:cNvGrpSpPr/>
            <p:nvPr/>
          </p:nvGrpSpPr>
          <p:grpSpPr>
            <a:xfrm>
              <a:off x="6418450" y="0"/>
              <a:ext cx="102352" cy="102352"/>
              <a:chOff x="0" y="0"/>
              <a:chExt cx="812800" cy="812800"/>
            </a:xfrm>
          </p:grpSpPr>
          <p:sp>
            <p:nvSpPr>
              <p:cNvPr id="240" name="Google Shape;240;p15">
                <a:extLst>
                  <a:ext uri="{FF2B5EF4-FFF2-40B4-BE49-F238E27FC236}">
                    <a16:creationId xmlns:a16="http://schemas.microsoft.com/office/drawing/2014/main" id="{A1BF1AB0-204D-4223-CBA0-F5E221C1E44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5">
                <a:extLst>
                  <a:ext uri="{FF2B5EF4-FFF2-40B4-BE49-F238E27FC236}">
                    <a16:creationId xmlns:a16="http://schemas.microsoft.com/office/drawing/2014/main" id="{3F330889-6BE4-15EA-D518-1BCAA97AF7E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2" name="Google Shape;242;p15">
              <a:extLst>
                <a:ext uri="{FF2B5EF4-FFF2-40B4-BE49-F238E27FC236}">
                  <a16:creationId xmlns:a16="http://schemas.microsoft.com/office/drawing/2014/main" id="{3FFD2029-CD61-FE76-B0EB-834A6F55DA6B}"/>
                </a:ext>
              </a:extLst>
            </p:cNvPr>
            <p:cNvGrpSpPr/>
            <p:nvPr/>
          </p:nvGrpSpPr>
          <p:grpSpPr>
            <a:xfrm>
              <a:off x="4887013" y="0"/>
              <a:ext cx="102352" cy="102352"/>
              <a:chOff x="0" y="0"/>
              <a:chExt cx="812800" cy="812800"/>
            </a:xfrm>
          </p:grpSpPr>
          <p:sp>
            <p:nvSpPr>
              <p:cNvPr id="243" name="Google Shape;243;p15">
                <a:extLst>
                  <a:ext uri="{FF2B5EF4-FFF2-40B4-BE49-F238E27FC236}">
                    <a16:creationId xmlns:a16="http://schemas.microsoft.com/office/drawing/2014/main" id="{D2716CAA-1743-E63E-BF86-5B97A139B01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5">
                <a:extLst>
                  <a:ext uri="{FF2B5EF4-FFF2-40B4-BE49-F238E27FC236}">
                    <a16:creationId xmlns:a16="http://schemas.microsoft.com/office/drawing/2014/main" id="{3EF1E0A2-E204-E0E6-494D-949FBA9F66A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5" name="Google Shape;245;p15">
              <a:extLst>
                <a:ext uri="{FF2B5EF4-FFF2-40B4-BE49-F238E27FC236}">
                  <a16:creationId xmlns:a16="http://schemas.microsoft.com/office/drawing/2014/main" id="{84AA5ACB-4968-DF5C-3607-7472FDCD8EAD}"/>
                </a:ext>
              </a:extLst>
            </p:cNvPr>
            <p:cNvGrpSpPr/>
            <p:nvPr/>
          </p:nvGrpSpPr>
          <p:grpSpPr>
            <a:xfrm>
              <a:off x="6801310" y="0"/>
              <a:ext cx="102352" cy="102352"/>
              <a:chOff x="0" y="0"/>
              <a:chExt cx="812800" cy="812800"/>
            </a:xfrm>
          </p:grpSpPr>
          <p:sp>
            <p:nvSpPr>
              <p:cNvPr id="246" name="Google Shape;246;p15">
                <a:extLst>
                  <a:ext uri="{FF2B5EF4-FFF2-40B4-BE49-F238E27FC236}">
                    <a16:creationId xmlns:a16="http://schemas.microsoft.com/office/drawing/2014/main" id="{012C4F23-BCC2-B455-FDFE-6A5C680087A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5">
                <a:extLst>
                  <a:ext uri="{FF2B5EF4-FFF2-40B4-BE49-F238E27FC236}">
                    <a16:creationId xmlns:a16="http://schemas.microsoft.com/office/drawing/2014/main" id="{3B5F8C62-3135-0164-F151-461D859D2E4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8" name="Google Shape;248;p15">
              <a:extLst>
                <a:ext uri="{FF2B5EF4-FFF2-40B4-BE49-F238E27FC236}">
                  <a16:creationId xmlns:a16="http://schemas.microsoft.com/office/drawing/2014/main" id="{90BC4115-E076-BF7A-3811-9D6622ADF799}"/>
                </a:ext>
              </a:extLst>
            </p:cNvPr>
            <p:cNvGrpSpPr/>
            <p:nvPr/>
          </p:nvGrpSpPr>
          <p:grpSpPr>
            <a:xfrm>
              <a:off x="5269872" y="0"/>
              <a:ext cx="102352" cy="102352"/>
              <a:chOff x="0" y="0"/>
              <a:chExt cx="812800" cy="812800"/>
            </a:xfrm>
          </p:grpSpPr>
          <p:sp>
            <p:nvSpPr>
              <p:cNvPr id="249" name="Google Shape;249;p15">
                <a:extLst>
                  <a:ext uri="{FF2B5EF4-FFF2-40B4-BE49-F238E27FC236}">
                    <a16:creationId xmlns:a16="http://schemas.microsoft.com/office/drawing/2014/main" id="{7312C06B-A140-0266-7FCD-F8CEAD1682B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a:extLst>
                  <a:ext uri="{FF2B5EF4-FFF2-40B4-BE49-F238E27FC236}">
                    <a16:creationId xmlns:a16="http://schemas.microsoft.com/office/drawing/2014/main" id="{3B80F45B-0D53-5A28-52AB-5FA7A5CAA8C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1" name="Google Shape;251;p15">
              <a:extLst>
                <a:ext uri="{FF2B5EF4-FFF2-40B4-BE49-F238E27FC236}">
                  <a16:creationId xmlns:a16="http://schemas.microsoft.com/office/drawing/2014/main" id="{3B610C15-454B-D792-2118-0978849A3715}"/>
                </a:ext>
              </a:extLst>
            </p:cNvPr>
            <p:cNvGrpSpPr/>
            <p:nvPr/>
          </p:nvGrpSpPr>
          <p:grpSpPr>
            <a:xfrm>
              <a:off x="7184169" y="0"/>
              <a:ext cx="102352" cy="102352"/>
              <a:chOff x="0" y="0"/>
              <a:chExt cx="812800" cy="812800"/>
            </a:xfrm>
          </p:grpSpPr>
          <p:sp>
            <p:nvSpPr>
              <p:cNvPr id="252" name="Google Shape;252;p15">
                <a:extLst>
                  <a:ext uri="{FF2B5EF4-FFF2-40B4-BE49-F238E27FC236}">
                    <a16:creationId xmlns:a16="http://schemas.microsoft.com/office/drawing/2014/main" id="{B2C83AD3-50B2-33E2-1B82-7EFE0DEEDD5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a:extLst>
                  <a:ext uri="{FF2B5EF4-FFF2-40B4-BE49-F238E27FC236}">
                    <a16:creationId xmlns:a16="http://schemas.microsoft.com/office/drawing/2014/main" id="{EBE84794-1404-8168-04CB-06A4899B78B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4" name="Google Shape;254;p15">
              <a:extLst>
                <a:ext uri="{FF2B5EF4-FFF2-40B4-BE49-F238E27FC236}">
                  <a16:creationId xmlns:a16="http://schemas.microsoft.com/office/drawing/2014/main" id="{DB8D2E90-BE76-8E70-279E-6CB81435DABF}"/>
                </a:ext>
              </a:extLst>
            </p:cNvPr>
            <p:cNvGrpSpPr/>
            <p:nvPr/>
          </p:nvGrpSpPr>
          <p:grpSpPr>
            <a:xfrm>
              <a:off x="5652731" y="0"/>
              <a:ext cx="102352" cy="102352"/>
              <a:chOff x="0" y="0"/>
              <a:chExt cx="812800" cy="812800"/>
            </a:xfrm>
          </p:grpSpPr>
          <p:sp>
            <p:nvSpPr>
              <p:cNvPr id="255" name="Google Shape;255;p15">
                <a:extLst>
                  <a:ext uri="{FF2B5EF4-FFF2-40B4-BE49-F238E27FC236}">
                    <a16:creationId xmlns:a16="http://schemas.microsoft.com/office/drawing/2014/main" id="{56C550E6-36D7-6FE0-ADC2-8412288073B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a:extLst>
                  <a:ext uri="{FF2B5EF4-FFF2-40B4-BE49-F238E27FC236}">
                    <a16:creationId xmlns:a16="http://schemas.microsoft.com/office/drawing/2014/main" id="{CE2E2FE9-C991-F86A-9A39-B39A00B5A7B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7" name="Google Shape;257;p15">
              <a:extLst>
                <a:ext uri="{FF2B5EF4-FFF2-40B4-BE49-F238E27FC236}">
                  <a16:creationId xmlns:a16="http://schemas.microsoft.com/office/drawing/2014/main" id="{0A285675-1B39-4C3F-86A9-2AC50215E422}"/>
                </a:ext>
              </a:extLst>
            </p:cNvPr>
            <p:cNvGrpSpPr/>
            <p:nvPr/>
          </p:nvGrpSpPr>
          <p:grpSpPr>
            <a:xfrm>
              <a:off x="5844161" y="0"/>
              <a:ext cx="102352" cy="102352"/>
              <a:chOff x="0" y="0"/>
              <a:chExt cx="812800" cy="812800"/>
            </a:xfrm>
          </p:grpSpPr>
          <p:sp>
            <p:nvSpPr>
              <p:cNvPr id="258" name="Google Shape;258;p15">
                <a:extLst>
                  <a:ext uri="{FF2B5EF4-FFF2-40B4-BE49-F238E27FC236}">
                    <a16:creationId xmlns:a16="http://schemas.microsoft.com/office/drawing/2014/main" id="{A3175BD3-1109-64B9-B7A2-32431F03C72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a:extLst>
                  <a:ext uri="{FF2B5EF4-FFF2-40B4-BE49-F238E27FC236}">
                    <a16:creationId xmlns:a16="http://schemas.microsoft.com/office/drawing/2014/main" id="{4C0DDEB8-7F3B-FCB2-3BD3-076484345A9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60" name="Google Shape;260;p15">
            <a:extLst>
              <a:ext uri="{FF2B5EF4-FFF2-40B4-BE49-F238E27FC236}">
                <a16:creationId xmlns:a16="http://schemas.microsoft.com/office/drawing/2014/main" id="{B0EB8AD5-DADD-5FD8-5C17-8F3019C31165}"/>
              </a:ext>
            </a:extLst>
          </p:cNvPr>
          <p:cNvSpPr/>
          <p:nvPr/>
        </p:nvSpPr>
        <p:spPr>
          <a:xfrm>
            <a:off x="15592783" y="9478435"/>
            <a:ext cx="2695217" cy="808565"/>
          </a:xfrm>
          <a:custGeom>
            <a:avLst/>
            <a:gdLst/>
            <a:ahLst/>
            <a:cxnLst/>
            <a:rect l="l" t="t" r="r" b="b"/>
            <a:pathLst>
              <a:path w="2695217" h="808565" extrusionOk="0">
                <a:moveTo>
                  <a:pt x="0" y="0"/>
                </a:moveTo>
                <a:lnTo>
                  <a:pt x="2695217" y="0"/>
                </a:lnTo>
                <a:lnTo>
                  <a:pt x="2695217" y="808565"/>
                </a:lnTo>
                <a:lnTo>
                  <a:pt x="0" y="808565"/>
                </a:lnTo>
                <a:lnTo>
                  <a:pt x="0" y="0"/>
                </a:lnTo>
                <a:close/>
              </a:path>
            </a:pathLst>
          </a:custGeom>
          <a:blipFill rotWithShape="1">
            <a:blip r:embed="rId3">
              <a:alphaModFix/>
            </a:blip>
            <a:stretch>
              <a:fillRect/>
            </a:stretch>
          </a:blipFill>
          <a:ln>
            <a:noFill/>
          </a:ln>
        </p:spPr>
        <p:txBody>
          <a:bodyPr/>
          <a:lstStyle/>
          <a:p>
            <a:endParaRPr lang="vi-VN"/>
          </a:p>
        </p:txBody>
      </p:sp>
      <p:sp>
        <p:nvSpPr>
          <p:cNvPr id="261" name="Google Shape;261;p15">
            <a:extLst>
              <a:ext uri="{FF2B5EF4-FFF2-40B4-BE49-F238E27FC236}">
                <a16:creationId xmlns:a16="http://schemas.microsoft.com/office/drawing/2014/main" id="{60BAE756-8F30-D5C1-964F-6F1E87E936A3}"/>
              </a:ext>
            </a:extLst>
          </p:cNvPr>
          <p:cNvSpPr/>
          <p:nvPr/>
        </p:nvSpPr>
        <p:spPr>
          <a:xfrm rot="10800000">
            <a:off x="0" y="0"/>
            <a:ext cx="1383234" cy="2186931"/>
          </a:xfrm>
          <a:custGeom>
            <a:avLst/>
            <a:gdLst/>
            <a:ahLst/>
            <a:cxnLst/>
            <a:rect l="l" t="t" r="r" b="b"/>
            <a:pathLst>
              <a:path w="1383234" h="2186931" extrusionOk="0">
                <a:moveTo>
                  <a:pt x="0" y="0"/>
                </a:moveTo>
                <a:lnTo>
                  <a:pt x="1383234" y="0"/>
                </a:lnTo>
                <a:lnTo>
                  <a:pt x="1383234" y="2186931"/>
                </a:lnTo>
                <a:lnTo>
                  <a:pt x="0" y="2186931"/>
                </a:lnTo>
                <a:lnTo>
                  <a:pt x="0" y="0"/>
                </a:lnTo>
                <a:close/>
              </a:path>
            </a:pathLst>
          </a:custGeom>
          <a:blipFill rotWithShape="1">
            <a:blip r:embed="rId4">
              <a:alphaModFix/>
            </a:blip>
            <a:stretch>
              <a:fillRect/>
            </a:stretch>
          </a:blipFill>
          <a:ln>
            <a:noFill/>
          </a:ln>
        </p:spPr>
        <p:txBody>
          <a:bodyPr/>
          <a:lstStyle/>
          <a:p>
            <a:endParaRPr lang="vi-VN"/>
          </a:p>
        </p:txBody>
      </p:sp>
      <p:sp>
        <p:nvSpPr>
          <p:cNvPr id="262" name="Google Shape;262;p15">
            <a:extLst>
              <a:ext uri="{FF2B5EF4-FFF2-40B4-BE49-F238E27FC236}">
                <a16:creationId xmlns:a16="http://schemas.microsoft.com/office/drawing/2014/main" id="{3245894F-9F49-D0FA-7EF7-91A01F10E2A6}"/>
              </a:ext>
            </a:extLst>
          </p:cNvPr>
          <p:cNvSpPr txBox="1"/>
          <p:nvPr/>
        </p:nvSpPr>
        <p:spPr>
          <a:xfrm>
            <a:off x="2265895" y="138538"/>
            <a:ext cx="11972620" cy="175907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165" dirty="0">
                <a:latin typeface="Josefin Sans Light"/>
                <a:sym typeface="Josefin Sans Light"/>
              </a:rPr>
              <a:t>	 Generative Model</a:t>
            </a:r>
            <a:endParaRPr dirty="0"/>
          </a:p>
        </p:txBody>
      </p:sp>
      <p:sp>
        <p:nvSpPr>
          <p:cNvPr id="263" name="Google Shape;263;p15">
            <a:extLst>
              <a:ext uri="{FF2B5EF4-FFF2-40B4-BE49-F238E27FC236}">
                <a16:creationId xmlns:a16="http://schemas.microsoft.com/office/drawing/2014/main" id="{613EBA92-424E-78F6-0EE7-A5127BE8F588}"/>
              </a:ext>
            </a:extLst>
          </p:cNvPr>
          <p:cNvSpPr txBox="1"/>
          <p:nvPr/>
        </p:nvSpPr>
        <p:spPr>
          <a:xfrm>
            <a:off x="1833067" y="2357996"/>
            <a:ext cx="4865063" cy="360099"/>
          </a:xfrm>
          <a:prstGeom prst="rect">
            <a:avLst/>
          </a:prstGeom>
          <a:noFill/>
          <a:ln>
            <a:noFill/>
          </a:ln>
        </p:spPr>
        <p:txBody>
          <a:bodyPr spcFirstLastPara="1" wrap="square" lIns="0" tIns="0" rIns="0" bIns="0" anchor="t" anchorCtr="0">
            <a:spAutoFit/>
          </a:bodyPr>
          <a:lstStyle/>
          <a:p>
            <a:pPr lvl="0" algn="ctr">
              <a:lnSpc>
                <a:spcPct val="116993"/>
              </a:lnSpc>
            </a:pPr>
            <a:r>
              <a:rPr lang="vi-VN" sz="2000" b="1" dirty="0"/>
              <a:t>AITeamVN/Vietnamese_Embedding</a:t>
            </a:r>
            <a:endParaRPr sz="2000" dirty="0"/>
          </a:p>
        </p:txBody>
      </p:sp>
      <p:grpSp>
        <p:nvGrpSpPr>
          <p:cNvPr id="266" name="Google Shape;266;p15">
            <a:extLst>
              <a:ext uri="{FF2B5EF4-FFF2-40B4-BE49-F238E27FC236}">
                <a16:creationId xmlns:a16="http://schemas.microsoft.com/office/drawing/2014/main" id="{C872DB61-07CC-1E0A-BE13-C58360DC8DE1}"/>
              </a:ext>
            </a:extLst>
          </p:cNvPr>
          <p:cNvGrpSpPr/>
          <p:nvPr/>
        </p:nvGrpSpPr>
        <p:grpSpPr>
          <a:xfrm rot="-5400000">
            <a:off x="3494045" y="9844336"/>
            <a:ext cx="10879314" cy="76764"/>
            <a:chOff x="0" y="0"/>
            <a:chExt cx="14505752" cy="102352"/>
          </a:xfrm>
        </p:grpSpPr>
        <p:grpSp>
          <p:nvGrpSpPr>
            <p:cNvPr id="267" name="Google Shape;267;p15">
              <a:extLst>
                <a:ext uri="{FF2B5EF4-FFF2-40B4-BE49-F238E27FC236}">
                  <a16:creationId xmlns:a16="http://schemas.microsoft.com/office/drawing/2014/main" id="{96AD2C1D-91AF-E1BB-D650-39B002934DCD}"/>
                </a:ext>
              </a:extLst>
            </p:cNvPr>
            <p:cNvGrpSpPr/>
            <p:nvPr/>
          </p:nvGrpSpPr>
          <p:grpSpPr>
            <a:xfrm>
              <a:off x="186421" y="0"/>
              <a:ext cx="102352" cy="102352"/>
              <a:chOff x="0" y="0"/>
              <a:chExt cx="812800" cy="812800"/>
            </a:xfrm>
          </p:grpSpPr>
          <p:sp>
            <p:nvSpPr>
              <p:cNvPr id="268" name="Google Shape;268;p15">
                <a:extLst>
                  <a:ext uri="{FF2B5EF4-FFF2-40B4-BE49-F238E27FC236}">
                    <a16:creationId xmlns:a16="http://schemas.microsoft.com/office/drawing/2014/main" id="{CEE1E759-B222-9BBD-7C86-518FD5346C5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5">
                <a:extLst>
                  <a:ext uri="{FF2B5EF4-FFF2-40B4-BE49-F238E27FC236}">
                    <a16:creationId xmlns:a16="http://schemas.microsoft.com/office/drawing/2014/main" id="{A9900B3D-D8C4-A0CF-2856-B5E07866748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0" name="Google Shape;270;p15">
              <a:extLst>
                <a:ext uri="{FF2B5EF4-FFF2-40B4-BE49-F238E27FC236}">
                  <a16:creationId xmlns:a16="http://schemas.microsoft.com/office/drawing/2014/main" id="{D1BEFD89-0647-9F18-163D-612D99E9B202}"/>
                </a:ext>
              </a:extLst>
            </p:cNvPr>
            <p:cNvGrpSpPr/>
            <p:nvPr/>
          </p:nvGrpSpPr>
          <p:grpSpPr>
            <a:xfrm>
              <a:off x="559263" y="0"/>
              <a:ext cx="102352" cy="102352"/>
              <a:chOff x="0" y="0"/>
              <a:chExt cx="812800" cy="812800"/>
            </a:xfrm>
          </p:grpSpPr>
          <p:sp>
            <p:nvSpPr>
              <p:cNvPr id="271" name="Google Shape;271;p15">
                <a:extLst>
                  <a:ext uri="{FF2B5EF4-FFF2-40B4-BE49-F238E27FC236}">
                    <a16:creationId xmlns:a16="http://schemas.microsoft.com/office/drawing/2014/main" id="{0C509364-067E-9D44-BD3B-279051F2906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a:extLst>
                  <a:ext uri="{FF2B5EF4-FFF2-40B4-BE49-F238E27FC236}">
                    <a16:creationId xmlns:a16="http://schemas.microsoft.com/office/drawing/2014/main" id="{F44FFBFE-C543-802B-326A-AE92F5AF314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3" name="Google Shape;273;p15">
              <a:extLst>
                <a:ext uri="{FF2B5EF4-FFF2-40B4-BE49-F238E27FC236}">
                  <a16:creationId xmlns:a16="http://schemas.microsoft.com/office/drawing/2014/main" id="{F6F89FBB-E5FF-E44C-1CD1-277472C94041}"/>
                </a:ext>
              </a:extLst>
            </p:cNvPr>
            <p:cNvGrpSpPr/>
            <p:nvPr/>
          </p:nvGrpSpPr>
          <p:grpSpPr>
            <a:xfrm>
              <a:off x="745683" y="0"/>
              <a:ext cx="102352" cy="102352"/>
              <a:chOff x="0" y="0"/>
              <a:chExt cx="812800" cy="812800"/>
            </a:xfrm>
          </p:grpSpPr>
          <p:sp>
            <p:nvSpPr>
              <p:cNvPr id="274" name="Google Shape;274;p15">
                <a:extLst>
                  <a:ext uri="{FF2B5EF4-FFF2-40B4-BE49-F238E27FC236}">
                    <a16:creationId xmlns:a16="http://schemas.microsoft.com/office/drawing/2014/main" id="{5A3188A7-878A-E862-6028-99C098BAF92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a:extLst>
                  <a:ext uri="{FF2B5EF4-FFF2-40B4-BE49-F238E27FC236}">
                    <a16:creationId xmlns:a16="http://schemas.microsoft.com/office/drawing/2014/main" id="{E2A94FAB-9EFC-9D70-5232-B28E127DEBE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6" name="Google Shape;276;p15">
              <a:extLst>
                <a:ext uri="{FF2B5EF4-FFF2-40B4-BE49-F238E27FC236}">
                  <a16:creationId xmlns:a16="http://schemas.microsoft.com/office/drawing/2014/main" id="{760DD927-C994-C4A5-F2DC-56103E231A94}"/>
                </a:ext>
              </a:extLst>
            </p:cNvPr>
            <p:cNvGrpSpPr/>
            <p:nvPr/>
          </p:nvGrpSpPr>
          <p:grpSpPr>
            <a:xfrm>
              <a:off x="932104" y="0"/>
              <a:ext cx="102352" cy="102352"/>
              <a:chOff x="0" y="0"/>
              <a:chExt cx="812800" cy="812800"/>
            </a:xfrm>
          </p:grpSpPr>
          <p:sp>
            <p:nvSpPr>
              <p:cNvPr id="277" name="Google Shape;277;p15">
                <a:extLst>
                  <a:ext uri="{FF2B5EF4-FFF2-40B4-BE49-F238E27FC236}">
                    <a16:creationId xmlns:a16="http://schemas.microsoft.com/office/drawing/2014/main" id="{36D3A3E9-ECF4-9725-EEAB-4112A09A3F3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5">
                <a:extLst>
                  <a:ext uri="{FF2B5EF4-FFF2-40B4-BE49-F238E27FC236}">
                    <a16:creationId xmlns:a16="http://schemas.microsoft.com/office/drawing/2014/main" id="{0919C3FC-2B37-15F0-0AE9-71FEE05729E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9" name="Google Shape;279;p15">
              <a:extLst>
                <a:ext uri="{FF2B5EF4-FFF2-40B4-BE49-F238E27FC236}">
                  <a16:creationId xmlns:a16="http://schemas.microsoft.com/office/drawing/2014/main" id="{5DB6344C-B2C6-F9E5-238F-2B83A3529A0A}"/>
                </a:ext>
              </a:extLst>
            </p:cNvPr>
            <p:cNvGrpSpPr/>
            <p:nvPr/>
          </p:nvGrpSpPr>
          <p:grpSpPr>
            <a:xfrm>
              <a:off x="1118525" y="0"/>
              <a:ext cx="102352" cy="102352"/>
              <a:chOff x="0" y="0"/>
              <a:chExt cx="812800" cy="812800"/>
            </a:xfrm>
          </p:grpSpPr>
          <p:sp>
            <p:nvSpPr>
              <p:cNvPr id="280" name="Google Shape;280;p15">
                <a:extLst>
                  <a:ext uri="{FF2B5EF4-FFF2-40B4-BE49-F238E27FC236}">
                    <a16:creationId xmlns:a16="http://schemas.microsoft.com/office/drawing/2014/main" id="{8A6B78E1-94B8-03A3-58B6-81DD9799147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a:extLst>
                  <a:ext uri="{FF2B5EF4-FFF2-40B4-BE49-F238E27FC236}">
                    <a16:creationId xmlns:a16="http://schemas.microsoft.com/office/drawing/2014/main" id="{6C4ED722-9302-A4A1-C404-1890A469F62B}"/>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2" name="Google Shape;282;p15">
              <a:extLst>
                <a:ext uri="{FF2B5EF4-FFF2-40B4-BE49-F238E27FC236}">
                  <a16:creationId xmlns:a16="http://schemas.microsoft.com/office/drawing/2014/main" id="{8F8CD1FE-6275-B38D-A5F0-A852705EAD0B}"/>
                </a:ext>
              </a:extLst>
            </p:cNvPr>
            <p:cNvGrpSpPr/>
            <p:nvPr/>
          </p:nvGrpSpPr>
          <p:grpSpPr>
            <a:xfrm>
              <a:off x="0" y="0"/>
              <a:ext cx="102352" cy="102352"/>
              <a:chOff x="0" y="0"/>
              <a:chExt cx="812800" cy="812800"/>
            </a:xfrm>
          </p:grpSpPr>
          <p:sp>
            <p:nvSpPr>
              <p:cNvPr id="283" name="Google Shape;283;p15">
                <a:extLst>
                  <a:ext uri="{FF2B5EF4-FFF2-40B4-BE49-F238E27FC236}">
                    <a16:creationId xmlns:a16="http://schemas.microsoft.com/office/drawing/2014/main" id="{06289D41-A48D-C924-A37C-A3AD375A300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a:extLst>
                  <a:ext uri="{FF2B5EF4-FFF2-40B4-BE49-F238E27FC236}">
                    <a16:creationId xmlns:a16="http://schemas.microsoft.com/office/drawing/2014/main" id="{CECE8C14-9245-56A1-84C2-CECAEEAF586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5" name="Google Shape;285;p15">
              <a:extLst>
                <a:ext uri="{FF2B5EF4-FFF2-40B4-BE49-F238E27FC236}">
                  <a16:creationId xmlns:a16="http://schemas.microsoft.com/office/drawing/2014/main" id="{FCDE5FEE-6EC8-A269-129F-ECDE32E53147}"/>
                </a:ext>
              </a:extLst>
            </p:cNvPr>
            <p:cNvGrpSpPr/>
            <p:nvPr/>
          </p:nvGrpSpPr>
          <p:grpSpPr>
            <a:xfrm>
              <a:off x="372842" y="0"/>
              <a:ext cx="102352" cy="102352"/>
              <a:chOff x="0" y="0"/>
              <a:chExt cx="812800" cy="812800"/>
            </a:xfrm>
          </p:grpSpPr>
          <p:sp>
            <p:nvSpPr>
              <p:cNvPr id="286" name="Google Shape;286;p15">
                <a:extLst>
                  <a:ext uri="{FF2B5EF4-FFF2-40B4-BE49-F238E27FC236}">
                    <a16:creationId xmlns:a16="http://schemas.microsoft.com/office/drawing/2014/main" id="{57E23659-E7CC-D40E-B56F-406D5822497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a:extLst>
                  <a:ext uri="{FF2B5EF4-FFF2-40B4-BE49-F238E27FC236}">
                    <a16:creationId xmlns:a16="http://schemas.microsoft.com/office/drawing/2014/main" id="{4873603A-7938-C77A-7729-460D1B59001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8" name="Google Shape;288;p15">
              <a:extLst>
                <a:ext uri="{FF2B5EF4-FFF2-40B4-BE49-F238E27FC236}">
                  <a16:creationId xmlns:a16="http://schemas.microsoft.com/office/drawing/2014/main" id="{DBF2D833-D0F8-EF2B-EE0B-3F92739EBE0E}"/>
                </a:ext>
              </a:extLst>
            </p:cNvPr>
            <p:cNvGrpSpPr/>
            <p:nvPr/>
          </p:nvGrpSpPr>
          <p:grpSpPr>
            <a:xfrm>
              <a:off x="5904268" y="0"/>
              <a:ext cx="102352" cy="102352"/>
              <a:chOff x="0" y="0"/>
              <a:chExt cx="812800" cy="812800"/>
            </a:xfrm>
          </p:grpSpPr>
          <p:sp>
            <p:nvSpPr>
              <p:cNvPr id="289" name="Google Shape;289;p15">
                <a:extLst>
                  <a:ext uri="{FF2B5EF4-FFF2-40B4-BE49-F238E27FC236}">
                    <a16:creationId xmlns:a16="http://schemas.microsoft.com/office/drawing/2014/main" id="{3865DC92-234D-F155-760E-1FF6C790F48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a:extLst>
                  <a:ext uri="{FF2B5EF4-FFF2-40B4-BE49-F238E27FC236}">
                    <a16:creationId xmlns:a16="http://schemas.microsoft.com/office/drawing/2014/main" id="{9A07CEE6-DC91-84F5-168A-A49164AA4B7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1" name="Google Shape;291;p15">
              <a:extLst>
                <a:ext uri="{FF2B5EF4-FFF2-40B4-BE49-F238E27FC236}">
                  <a16:creationId xmlns:a16="http://schemas.microsoft.com/office/drawing/2014/main" id="{1AE4D8AE-1B46-043B-BA23-4593F10719AB}"/>
                </a:ext>
              </a:extLst>
            </p:cNvPr>
            <p:cNvGrpSpPr/>
            <p:nvPr/>
          </p:nvGrpSpPr>
          <p:grpSpPr>
            <a:xfrm>
              <a:off x="6277109" y="0"/>
              <a:ext cx="102352" cy="102352"/>
              <a:chOff x="0" y="0"/>
              <a:chExt cx="812800" cy="812800"/>
            </a:xfrm>
          </p:grpSpPr>
          <p:sp>
            <p:nvSpPr>
              <p:cNvPr id="292" name="Google Shape;292;p15">
                <a:extLst>
                  <a:ext uri="{FF2B5EF4-FFF2-40B4-BE49-F238E27FC236}">
                    <a16:creationId xmlns:a16="http://schemas.microsoft.com/office/drawing/2014/main" id="{09C40D93-2215-FBF6-DA2E-FCDF14F97A1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a:extLst>
                  <a:ext uri="{FF2B5EF4-FFF2-40B4-BE49-F238E27FC236}">
                    <a16:creationId xmlns:a16="http://schemas.microsoft.com/office/drawing/2014/main" id="{181AC825-44EC-EC10-D0D3-FE42B910467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4" name="Google Shape;294;p15">
              <a:extLst>
                <a:ext uri="{FF2B5EF4-FFF2-40B4-BE49-F238E27FC236}">
                  <a16:creationId xmlns:a16="http://schemas.microsoft.com/office/drawing/2014/main" id="{1FEC7C53-E66B-10DE-5685-7CB1FFB924AC}"/>
                </a:ext>
              </a:extLst>
            </p:cNvPr>
            <p:cNvGrpSpPr/>
            <p:nvPr/>
          </p:nvGrpSpPr>
          <p:grpSpPr>
            <a:xfrm>
              <a:off x="6649951" y="0"/>
              <a:ext cx="102352" cy="102352"/>
              <a:chOff x="0" y="0"/>
              <a:chExt cx="812800" cy="812800"/>
            </a:xfrm>
          </p:grpSpPr>
          <p:sp>
            <p:nvSpPr>
              <p:cNvPr id="295" name="Google Shape;295;p15">
                <a:extLst>
                  <a:ext uri="{FF2B5EF4-FFF2-40B4-BE49-F238E27FC236}">
                    <a16:creationId xmlns:a16="http://schemas.microsoft.com/office/drawing/2014/main" id="{0FC5A7C9-A077-A869-2B66-0132FF9A044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a:extLst>
                  <a:ext uri="{FF2B5EF4-FFF2-40B4-BE49-F238E27FC236}">
                    <a16:creationId xmlns:a16="http://schemas.microsoft.com/office/drawing/2014/main" id="{F6EC99C5-5415-2FED-1D9F-F42508EC678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7" name="Google Shape;297;p15">
              <a:extLst>
                <a:ext uri="{FF2B5EF4-FFF2-40B4-BE49-F238E27FC236}">
                  <a16:creationId xmlns:a16="http://schemas.microsoft.com/office/drawing/2014/main" id="{67B313F8-2670-6F37-DF85-93E3893A10AA}"/>
                </a:ext>
              </a:extLst>
            </p:cNvPr>
            <p:cNvGrpSpPr/>
            <p:nvPr/>
          </p:nvGrpSpPr>
          <p:grpSpPr>
            <a:xfrm>
              <a:off x="8514159" y="0"/>
              <a:ext cx="102352" cy="102352"/>
              <a:chOff x="0" y="0"/>
              <a:chExt cx="812800" cy="812800"/>
            </a:xfrm>
          </p:grpSpPr>
          <p:sp>
            <p:nvSpPr>
              <p:cNvPr id="298" name="Google Shape;298;p15">
                <a:extLst>
                  <a:ext uri="{FF2B5EF4-FFF2-40B4-BE49-F238E27FC236}">
                    <a16:creationId xmlns:a16="http://schemas.microsoft.com/office/drawing/2014/main" id="{2AA7643D-749F-308F-13E3-4B7CA8855DF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a:extLst>
                  <a:ext uri="{FF2B5EF4-FFF2-40B4-BE49-F238E27FC236}">
                    <a16:creationId xmlns:a16="http://schemas.microsoft.com/office/drawing/2014/main" id="{39C7A80C-2666-09C4-E9A4-1CB17D7CEA5D}"/>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0" name="Google Shape;300;p15">
              <a:extLst>
                <a:ext uri="{FF2B5EF4-FFF2-40B4-BE49-F238E27FC236}">
                  <a16:creationId xmlns:a16="http://schemas.microsoft.com/office/drawing/2014/main" id="{8BFDF1B8-9ED0-BA19-6EED-56D96AC28135}"/>
                </a:ext>
              </a:extLst>
            </p:cNvPr>
            <p:cNvGrpSpPr/>
            <p:nvPr/>
          </p:nvGrpSpPr>
          <p:grpSpPr>
            <a:xfrm>
              <a:off x="7022793" y="0"/>
              <a:ext cx="102352" cy="102352"/>
              <a:chOff x="0" y="0"/>
              <a:chExt cx="812800" cy="812800"/>
            </a:xfrm>
          </p:grpSpPr>
          <p:sp>
            <p:nvSpPr>
              <p:cNvPr id="301" name="Google Shape;301;p15">
                <a:extLst>
                  <a:ext uri="{FF2B5EF4-FFF2-40B4-BE49-F238E27FC236}">
                    <a16:creationId xmlns:a16="http://schemas.microsoft.com/office/drawing/2014/main" id="{8775C6C7-E16D-C37A-F906-7FF1C67B82F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a:extLst>
                  <a:ext uri="{FF2B5EF4-FFF2-40B4-BE49-F238E27FC236}">
                    <a16:creationId xmlns:a16="http://schemas.microsoft.com/office/drawing/2014/main" id="{B6F80B46-DF7C-10E9-E082-2D060F4969AB}"/>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3" name="Google Shape;303;p15">
              <a:extLst>
                <a:ext uri="{FF2B5EF4-FFF2-40B4-BE49-F238E27FC236}">
                  <a16:creationId xmlns:a16="http://schemas.microsoft.com/office/drawing/2014/main" id="{6C3DB542-1130-8063-99E9-1D362D8DDFED}"/>
                </a:ext>
              </a:extLst>
            </p:cNvPr>
            <p:cNvGrpSpPr/>
            <p:nvPr/>
          </p:nvGrpSpPr>
          <p:grpSpPr>
            <a:xfrm>
              <a:off x="8887001" y="0"/>
              <a:ext cx="102352" cy="102352"/>
              <a:chOff x="0" y="0"/>
              <a:chExt cx="812800" cy="812800"/>
            </a:xfrm>
          </p:grpSpPr>
          <p:sp>
            <p:nvSpPr>
              <p:cNvPr id="304" name="Google Shape;304;p15">
                <a:extLst>
                  <a:ext uri="{FF2B5EF4-FFF2-40B4-BE49-F238E27FC236}">
                    <a16:creationId xmlns:a16="http://schemas.microsoft.com/office/drawing/2014/main" id="{938EB249-5F7B-3EC5-9E49-FD8A5D65E26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a:extLst>
                  <a:ext uri="{FF2B5EF4-FFF2-40B4-BE49-F238E27FC236}">
                    <a16:creationId xmlns:a16="http://schemas.microsoft.com/office/drawing/2014/main" id="{01750451-5C6F-3B6D-8AE4-3994F0FA96A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6" name="Google Shape;306;p15">
              <a:extLst>
                <a:ext uri="{FF2B5EF4-FFF2-40B4-BE49-F238E27FC236}">
                  <a16:creationId xmlns:a16="http://schemas.microsoft.com/office/drawing/2014/main" id="{6CF684F3-A724-3D83-4D5A-67BF79D51C1E}"/>
                </a:ext>
              </a:extLst>
            </p:cNvPr>
            <p:cNvGrpSpPr/>
            <p:nvPr/>
          </p:nvGrpSpPr>
          <p:grpSpPr>
            <a:xfrm>
              <a:off x="7395634" y="0"/>
              <a:ext cx="102352" cy="102352"/>
              <a:chOff x="0" y="0"/>
              <a:chExt cx="812800" cy="812800"/>
            </a:xfrm>
          </p:grpSpPr>
          <p:sp>
            <p:nvSpPr>
              <p:cNvPr id="307" name="Google Shape;307;p15">
                <a:extLst>
                  <a:ext uri="{FF2B5EF4-FFF2-40B4-BE49-F238E27FC236}">
                    <a16:creationId xmlns:a16="http://schemas.microsoft.com/office/drawing/2014/main" id="{76208154-C713-7F99-0748-8A033D7CBF5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a:extLst>
                  <a:ext uri="{FF2B5EF4-FFF2-40B4-BE49-F238E27FC236}">
                    <a16:creationId xmlns:a16="http://schemas.microsoft.com/office/drawing/2014/main" id="{9C81D72B-E9E9-91FE-D7CD-8BD5201C84A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09" name="Google Shape;309;p15">
              <a:extLst>
                <a:ext uri="{FF2B5EF4-FFF2-40B4-BE49-F238E27FC236}">
                  <a16:creationId xmlns:a16="http://schemas.microsoft.com/office/drawing/2014/main" id="{A97FA958-B6C0-D785-B2CB-CA8A109D4EB4}"/>
                </a:ext>
              </a:extLst>
            </p:cNvPr>
            <p:cNvGrpSpPr/>
            <p:nvPr/>
          </p:nvGrpSpPr>
          <p:grpSpPr>
            <a:xfrm>
              <a:off x="9259843" y="0"/>
              <a:ext cx="102352" cy="102352"/>
              <a:chOff x="0" y="0"/>
              <a:chExt cx="812800" cy="812800"/>
            </a:xfrm>
          </p:grpSpPr>
          <p:sp>
            <p:nvSpPr>
              <p:cNvPr id="310" name="Google Shape;310;p15">
                <a:extLst>
                  <a:ext uri="{FF2B5EF4-FFF2-40B4-BE49-F238E27FC236}">
                    <a16:creationId xmlns:a16="http://schemas.microsoft.com/office/drawing/2014/main" id="{7A9AA7E1-75EE-B947-1024-76AA879B5A8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a:extLst>
                  <a:ext uri="{FF2B5EF4-FFF2-40B4-BE49-F238E27FC236}">
                    <a16:creationId xmlns:a16="http://schemas.microsoft.com/office/drawing/2014/main" id="{DBA496B2-2F26-BF05-FC7F-C7255CB06411}"/>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2" name="Google Shape;312;p15">
              <a:extLst>
                <a:ext uri="{FF2B5EF4-FFF2-40B4-BE49-F238E27FC236}">
                  <a16:creationId xmlns:a16="http://schemas.microsoft.com/office/drawing/2014/main" id="{2FEB74B4-2548-C231-9BFD-4E86A0396309}"/>
                </a:ext>
              </a:extLst>
            </p:cNvPr>
            <p:cNvGrpSpPr/>
            <p:nvPr/>
          </p:nvGrpSpPr>
          <p:grpSpPr>
            <a:xfrm>
              <a:off x="7768476" y="0"/>
              <a:ext cx="102352" cy="102352"/>
              <a:chOff x="0" y="0"/>
              <a:chExt cx="812800" cy="812800"/>
            </a:xfrm>
          </p:grpSpPr>
          <p:sp>
            <p:nvSpPr>
              <p:cNvPr id="313" name="Google Shape;313;p15">
                <a:extLst>
                  <a:ext uri="{FF2B5EF4-FFF2-40B4-BE49-F238E27FC236}">
                    <a16:creationId xmlns:a16="http://schemas.microsoft.com/office/drawing/2014/main" id="{D5BFCF81-1480-7842-D33D-025BBF36F9D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a:extLst>
                  <a:ext uri="{FF2B5EF4-FFF2-40B4-BE49-F238E27FC236}">
                    <a16:creationId xmlns:a16="http://schemas.microsoft.com/office/drawing/2014/main" id="{AA1B036E-1210-939A-6372-F8A150E3260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5" name="Google Shape;315;p15">
              <a:extLst>
                <a:ext uri="{FF2B5EF4-FFF2-40B4-BE49-F238E27FC236}">
                  <a16:creationId xmlns:a16="http://schemas.microsoft.com/office/drawing/2014/main" id="{AAC4F352-FC15-FF91-2B67-9225CD5DD330}"/>
                </a:ext>
              </a:extLst>
            </p:cNvPr>
            <p:cNvGrpSpPr/>
            <p:nvPr/>
          </p:nvGrpSpPr>
          <p:grpSpPr>
            <a:xfrm>
              <a:off x="9632684" y="0"/>
              <a:ext cx="102352" cy="102352"/>
              <a:chOff x="0" y="0"/>
              <a:chExt cx="812800" cy="812800"/>
            </a:xfrm>
          </p:grpSpPr>
          <p:sp>
            <p:nvSpPr>
              <p:cNvPr id="316" name="Google Shape;316;p15">
                <a:extLst>
                  <a:ext uri="{FF2B5EF4-FFF2-40B4-BE49-F238E27FC236}">
                    <a16:creationId xmlns:a16="http://schemas.microsoft.com/office/drawing/2014/main" id="{9E08216E-F72E-37FD-90C6-A4803FCE541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5">
                <a:extLst>
                  <a:ext uri="{FF2B5EF4-FFF2-40B4-BE49-F238E27FC236}">
                    <a16:creationId xmlns:a16="http://schemas.microsoft.com/office/drawing/2014/main" id="{4DE12A60-9E76-0C73-5B0F-93576591E6D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8" name="Google Shape;318;p15">
              <a:extLst>
                <a:ext uri="{FF2B5EF4-FFF2-40B4-BE49-F238E27FC236}">
                  <a16:creationId xmlns:a16="http://schemas.microsoft.com/office/drawing/2014/main" id="{2EC16E73-FCC5-5DE3-CE88-30556521DE30}"/>
                </a:ext>
              </a:extLst>
            </p:cNvPr>
            <p:cNvGrpSpPr/>
            <p:nvPr/>
          </p:nvGrpSpPr>
          <p:grpSpPr>
            <a:xfrm>
              <a:off x="9819105" y="0"/>
              <a:ext cx="102352" cy="102352"/>
              <a:chOff x="0" y="0"/>
              <a:chExt cx="812800" cy="812800"/>
            </a:xfrm>
          </p:grpSpPr>
          <p:sp>
            <p:nvSpPr>
              <p:cNvPr id="319" name="Google Shape;319;p15">
                <a:extLst>
                  <a:ext uri="{FF2B5EF4-FFF2-40B4-BE49-F238E27FC236}">
                    <a16:creationId xmlns:a16="http://schemas.microsoft.com/office/drawing/2014/main" id="{63FD9954-C45C-44AE-5089-2DC2DD664F4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a:extLst>
                  <a:ext uri="{FF2B5EF4-FFF2-40B4-BE49-F238E27FC236}">
                    <a16:creationId xmlns:a16="http://schemas.microsoft.com/office/drawing/2014/main" id="{0DE3DB6B-72FF-229C-BFB4-3DE0E7CA512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1" name="Google Shape;321;p15">
              <a:extLst>
                <a:ext uri="{FF2B5EF4-FFF2-40B4-BE49-F238E27FC236}">
                  <a16:creationId xmlns:a16="http://schemas.microsoft.com/office/drawing/2014/main" id="{9E349C43-922A-E9EA-7A9D-576AF872D98C}"/>
                </a:ext>
              </a:extLst>
            </p:cNvPr>
            <p:cNvGrpSpPr/>
            <p:nvPr/>
          </p:nvGrpSpPr>
          <p:grpSpPr>
            <a:xfrm>
              <a:off x="10005526" y="0"/>
              <a:ext cx="102352" cy="102352"/>
              <a:chOff x="0" y="0"/>
              <a:chExt cx="812800" cy="812800"/>
            </a:xfrm>
          </p:grpSpPr>
          <p:sp>
            <p:nvSpPr>
              <p:cNvPr id="322" name="Google Shape;322;p15">
                <a:extLst>
                  <a:ext uri="{FF2B5EF4-FFF2-40B4-BE49-F238E27FC236}">
                    <a16:creationId xmlns:a16="http://schemas.microsoft.com/office/drawing/2014/main" id="{B632C10C-047A-2673-DFD3-3FEAB396137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a:extLst>
                  <a:ext uri="{FF2B5EF4-FFF2-40B4-BE49-F238E27FC236}">
                    <a16:creationId xmlns:a16="http://schemas.microsoft.com/office/drawing/2014/main" id="{66CF897F-5078-F60C-885E-686F1880F7D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4" name="Google Shape;324;p15">
              <a:extLst>
                <a:ext uri="{FF2B5EF4-FFF2-40B4-BE49-F238E27FC236}">
                  <a16:creationId xmlns:a16="http://schemas.microsoft.com/office/drawing/2014/main" id="{63E5F732-F528-684A-0B0A-E29CBD9484D5}"/>
                </a:ext>
              </a:extLst>
            </p:cNvPr>
            <p:cNvGrpSpPr/>
            <p:nvPr/>
          </p:nvGrpSpPr>
          <p:grpSpPr>
            <a:xfrm>
              <a:off x="10191947" y="0"/>
              <a:ext cx="102352" cy="102352"/>
              <a:chOff x="0" y="0"/>
              <a:chExt cx="812800" cy="812800"/>
            </a:xfrm>
          </p:grpSpPr>
          <p:sp>
            <p:nvSpPr>
              <p:cNvPr id="325" name="Google Shape;325;p15">
                <a:extLst>
                  <a:ext uri="{FF2B5EF4-FFF2-40B4-BE49-F238E27FC236}">
                    <a16:creationId xmlns:a16="http://schemas.microsoft.com/office/drawing/2014/main" id="{98EF3E43-7E91-D71B-2150-8569CB85F4E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a:extLst>
                  <a:ext uri="{FF2B5EF4-FFF2-40B4-BE49-F238E27FC236}">
                    <a16:creationId xmlns:a16="http://schemas.microsoft.com/office/drawing/2014/main" id="{7485A7EE-0CD6-945C-E086-C791A024D37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7" name="Google Shape;327;p15">
              <a:extLst>
                <a:ext uri="{FF2B5EF4-FFF2-40B4-BE49-F238E27FC236}">
                  <a16:creationId xmlns:a16="http://schemas.microsoft.com/office/drawing/2014/main" id="{28E8D6B0-F48D-015D-624F-1B52657B911B}"/>
                </a:ext>
              </a:extLst>
            </p:cNvPr>
            <p:cNvGrpSpPr/>
            <p:nvPr/>
          </p:nvGrpSpPr>
          <p:grpSpPr>
            <a:xfrm>
              <a:off x="6090688" y="0"/>
              <a:ext cx="102352" cy="102352"/>
              <a:chOff x="0" y="0"/>
              <a:chExt cx="812800" cy="812800"/>
            </a:xfrm>
          </p:grpSpPr>
          <p:sp>
            <p:nvSpPr>
              <p:cNvPr id="328" name="Google Shape;328;p15">
                <a:extLst>
                  <a:ext uri="{FF2B5EF4-FFF2-40B4-BE49-F238E27FC236}">
                    <a16:creationId xmlns:a16="http://schemas.microsoft.com/office/drawing/2014/main" id="{5E735548-0B79-2AD5-CBF8-F7E3640DEF6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a:extLst>
                  <a:ext uri="{FF2B5EF4-FFF2-40B4-BE49-F238E27FC236}">
                    <a16:creationId xmlns:a16="http://schemas.microsoft.com/office/drawing/2014/main" id="{B54087E7-6013-0CAC-F868-A3749CEF4BC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0" name="Google Shape;330;p15">
              <a:extLst>
                <a:ext uri="{FF2B5EF4-FFF2-40B4-BE49-F238E27FC236}">
                  <a16:creationId xmlns:a16="http://schemas.microsoft.com/office/drawing/2014/main" id="{ADEA5280-5156-8A97-AD8F-4C9FDABA4184}"/>
                </a:ext>
              </a:extLst>
            </p:cNvPr>
            <p:cNvGrpSpPr/>
            <p:nvPr/>
          </p:nvGrpSpPr>
          <p:grpSpPr>
            <a:xfrm>
              <a:off x="6463530" y="0"/>
              <a:ext cx="102352" cy="102352"/>
              <a:chOff x="0" y="0"/>
              <a:chExt cx="812800" cy="812800"/>
            </a:xfrm>
          </p:grpSpPr>
          <p:sp>
            <p:nvSpPr>
              <p:cNvPr id="331" name="Google Shape;331;p15">
                <a:extLst>
                  <a:ext uri="{FF2B5EF4-FFF2-40B4-BE49-F238E27FC236}">
                    <a16:creationId xmlns:a16="http://schemas.microsoft.com/office/drawing/2014/main" id="{22381A35-9F2B-E6EA-27EF-9FBB48B0E01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a:extLst>
                  <a:ext uri="{FF2B5EF4-FFF2-40B4-BE49-F238E27FC236}">
                    <a16:creationId xmlns:a16="http://schemas.microsoft.com/office/drawing/2014/main" id="{3E1C3B5A-2EC8-DF7E-53B9-E92D131E484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3" name="Google Shape;333;p15">
              <a:extLst>
                <a:ext uri="{FF2B5EF4-FFF2-40B4-BE49-F238E27FC236}">
                  <a16:creationId xmlns:a16="http://schemas.microsoft.com/office/drawing/2014/main" id="{B5BC841C-1454-2A93-898F-A5B7B8F4E2F4}"/>
                </a:ext>
              </a:extLst>
            </p:cNvPr>
            <p:cNvGrpSpPr/>
            <p:nvPr/>
          </p:nvGrpSpPr>
          <p:grpSpPr>
            <a:xfrm>
              <a:off x="8327738" y="0"/>
              <a:ext cx="102352" cy="102352"/>
              <a:chOff x="0" y="0"/>
              <a:chExt cx="812800" cy="812800"/>
            </a:xfrm>
          </p:grpSpPr>
          <p:sp>
            <p:nvSpPr>
              <p:cNvPr id="334" name="Google Shape;334;p15">
                <a:extLst>
                  <a:ext uri="{FF2B5EF4-FFF2-40B4-BE49-F238E27FC236}">
                    <a16:creationId xmlns:a16="http://schemas.microsoft.com/office/drawing/2014/main" id="{27C6A5C0-1807-2A03-2CAA-A50A79056A0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5">
                <a:extLst>
                  <a:ext uri="{FF2B5EF4-FFF2-40B4-BE49-F238E27FC236}">
                    <a16:creationId xmlns:a16="http://schemas.microsoft.com/office/drawing/2014/main" id="{9F53B0B2-FDA0-953C-0975-ABC2B38BD52B}"/>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6" name="Google Shape;336;p15">
              <a:extLst>
                <a:ext uri="{FF2B5EF4-FFF2-40B4-BE49-F238E27FC236}">
                  <a16:creationId xmlns:a16="http://schemas.microsoft.com/office/drawing/2014/main" id="{CBC203A9-3B2D-9B94-E1D9-24F1CDE073F8}"/>
                </a:ext>
              </a:extLst>
            </p:cNvPr>
            <p:cNvGrpSpPr/>
            <p:nvPr/>
          </p:nvGrpSpPr>
          <p:grpSpPr>
            <a:xfrm>
              <a:off x="6836372" y="0"/>
              <a:ext cx="102352" cy="102352"/>
              <a:chOff x="0" y="0"/>
              <a:chExt cx="812800" cy="812800"/>
            </a:xfrm>
          </p:grpSpPr>
          <p:sp>
            <p:nvSpPr>
              <p:cNvPr id="337" name="Google Shape;337;p15">
                <a:extLst>
                  <a:ext uri="{FF2B5EF4-FFF2-40B4-BE49-F238E27FC236}">
                    <a16:creationId xmlns:a16="http://schemas.microsoft.com/office/drawing/2014/main" id="{E91613A6-50E5-FB69-1B7C-5871DA7DCF4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5">
                <a:extLst>
                  <a:ext uri="{FF2B5EF4-FFF2-40B4-BE49-F238E27FC236}">
                    <a16:creationId xmlns:a16="http://schemas.microsoft.com/office/drawing/2014/main" id="{3911A346-E86B-9273-77EA-D8A08F134B9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39" name="Google Shape;339;p15">
              <a:extLst>
                <a:ext uri="{FF2B5EF4-FFF2-40B4-BE49-F238E27FC236}">
                  <a16:creationId xmlns:a16="http://schemas.microsoft.com/office/drawing/2014/main" id="{C7F63B2D-6C88-0E95-707A-1CEE75ED076F}"/>
                </a:ext>
              </a:extLst>
            </p:cNvPr>
            <p:cNvGrpSpPr/>
            <p:nvPr/>
          </p:nvGrpSpPr>
          <p:grpSpPr>
            <a:xfrm>
              <a:off x="8700580" y="0"/>
              <a:ext cx="102352" cy="102352"/>
              <a:chOff x="0" y="0"/>
              <a:chExt cx="812800" cy="812800"/>
            </a:xfrm>
          </p:grpSpPr>
          <p:sp>
            <p:nvSpPr>
              <p:cNvPr id="340" name="Google Shape;340;p15">
                <a:extLst>
                  <a:ext uri="{FF2B5EF4-FFF2-40B4-BE49-F238E27FC236}">
                    <a16:creationId xmlns:a16="http://schemas.microsoft.com/office/drawing/2014/main" id="{2954335E-DEC4-F3F3-D2E4-52278AE3481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a:extLst>
                  <a:ext uri="{FF2B5EF4-FFF2-40B4-BE49-F238E27FC236}">
                    <a16:creationId xmlns:a16="http://schemas.microsoft.com/office/drawing/2014/main" id="{4A2B76BB-A11D-EFF9-AB26-E3A39DEC9D5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2" name="Google Shape;342;p15">
              <a:extLst>
                <a:ext uri="{FF2B5EF4-FFF2-40B4-BE49-F238E27FC236}">
                  <a16:creationId xmlns:a16="http://schemas.microsoft.com/office/drawing/2014/main" id="{7645D747-11DF-7E8A-AC5A-E2DE92D742E4}"/>
                </a:ext>
              </a:extLst>
            </p:cNvPr>
            <p:cNvGrpSpPr/>
            <p:nvPr/>
          </p:nvGrpSpPr>
          <p:grpSpPr>
            <a:xfrm>
              <a:off x="7209213" y="0"/>
              <a:ext cx="102352" cy="102352"/>
              <a:chOff x="0" y="0"/>
              <a:chExt cx="812800" cy="812800"/>
            </a:xfrm>
          </p:grpSpPr>
          <p:sp>
            <p:nvSpPr>
              <p:cNvPr id="343" name="Google Shape;343;p15">
                <a:extLst>
                  <a:ext uri="{FF2B5EF4-FFF2-40B4-BE49-F238E27FC236}">
                    <a16:creationId xmlns:a16="http://schemas.microsoft.com/office/drawing/2014/main" id="{264B32AF-1A9F-8F76-61E4-76CCFDF28EB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a:extLst>
                  <a:ext uri="{FF2B5EF4-FFF2-40B4-BE49-F238E27FC236}">
                    <a16:creationId xmlns:a16="http://schemas.microsoft.com/office/drawing/2014/main" id="{0CA94D1E-9430-AF3D-2C15-84D483A2449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5" name="Google Shape;345;p15">
              <a:extLst>
                <a:ext uri="{FF2B5EF4-FFF2-40B4-BE49-F238E27FC236}">
                  <a16:creationId xmlns:a16="http://schemas.microsoft.com/office/drawing/2014/main" id="{287BEE2C-DF76-08BA-B232-794E3EED4F69}"/>
                </a:ext>
              </a:extLst>
            </p:cNvPr>
            <p:cNvGrpSpPr/>
            <p:nvPr/>
          </p:nvGrpSpPr>
          <p:grpSpPr>
            <a:xfrm>
              <a:off x="9073422" y="0"/>
              <a:ext cx="102352" cy="102352"/>
              <a:chOff x="0" y="0"/>
              <a:chExt cx="812800" cy="812800"/>
            </a:xfrm>
          </p:grpSpPr>
          <p:sp>
            <p:nvSpPr>
              <p:cNvPr id="346" name="Google Shape;346;p15">
                <a:extLst>
                  <a:ext uri="{FF2B5EF4-FFF2-40B4-BE49-F238E27FC236}">
                    <a16:creationId xmlns:a16="http://schemas.microsoft.com/office/drawing/2014/main" id="{1F6A700D-E6E9-78D7-A7B2-BB8256D6C9E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a:extLst>
                  <a:ext uri="{FF2B5EF4-FFF2-40B4-BE49-F238E27FC236}">
                    <a16:creationId xmlns:a16="http://schemas.microsoft.com/office/drawing/2014/main" id="{64342A80-9C2D-6922-6CDF-BCF7FE20C0C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8" name="Google Shape;348;p15">
              <a:extLst>
                <a:ext uri="{FF2B5EF4-FFF2-40B4-BE49-F238E27FC236}">
                  <a16:creationId xmlns:a16="http://schemas.microsoft.com/office/drawing/2014/main" id="{161C1AAC-C594-1F24-4F9A-FD0E2104FC22}"/>
                </a:ext>
              </a:extLst>
            </p:cNvPr>
            <p:cNvGrpSpPr/>
            <p:nvPr/>
          </p:nvGrpSpPr>
          <p:grpSpPr>
            <a:xfrm>
              <a:off x="7582055" y="0"/>
              <a:ext cx="102352" cy="102352"/>
              <a:chOff x="0" y="0"/>
              <a:chExt cx="812800" cy="812800"/>
            </a:xfrm>
          </p:grpSpPr>
          <p:sp>
            <p:nvSpPr>
              <p:cNvPr id="349" name="Google Shape;349;p15">
                <a:extLst>
                  <a:ext uri="{FF2B5EF4-FFF2-40B4-BE49-F238E27FC236}">
                    <a16:creationId xmlns:a16="http://schemas.microsoft.com/office/drawing/2014/main" id="{740C6965-8205-C809-8D5A-FFBB9DF0060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a:extLst>
                  <a:ext uri="{FF2B5EF4-FFF2-40B4-BE49-F238E27FC236}">
                    <a16:creationId xmlns:a16="http://schemas.microsoft.com/office/drawing/2014/main" id="{B2D3BD9E-213D-2BF6-1029-146D8BE20A1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1" name="Google Shape;351;p15">
              <a:extLst>
                <a:ext uri="{FF2B5EF4-FFF2-40B4-BE49-F238E27FC236}">
                  <a16:creationId xmlns:a16="http://schemas.microsoft.com/office/drawing/2014/main" id="{50EDB1E8-38EC-06C1-83AB-5A58121426BB}"/>
                </a:ext>
              </a:extLst>
            </p:cNvPr>
            <p:cNvGrpSpPr/>
            <p:nvPr/>
          </p:nvGrpSpPr>
          <p:grpSpPr>
            <a:xfrm>
              <a:off x="9446263" y="0"/>
              <a:ext cx="102352" cy="102352"/>
              <a:chOff x="0" y="0"/>
              <a:chExt cx="812800" cy="812800"/>
            </a:xfrm>
          </p:grpSpPr>
          <p:sp>
            <p:nvSpPr>
              <p:cNvPr id="352" name="Google Shape;352;p15">
                <a:extLst>
                  <a:ext uri="{FF2B5EF4-FFF2-40B4-BE49-F238E27FC236}">
                    <a16:creationId xmlns:a16="http://schemas.microsoft.com/office/drawing/2014/main" id="{6937F89F-8A2A-E7AE-2698-3AE92EE7524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a:extLst>
                  <a:ext uri="{FF2B5EF4-FFF2-40B4-BE49-F238E27FC236}">
                    <a16:creationId xmlns:a16="http://schemas.microsoft.com/office/drawing/2014/main" id="{B6392453-519F-D9AC-B81E-0BD8BA2B7C0B}"/>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4" name="Google Shape;354;p15">
              <a:extLst>
                <a:ext uri="{FF2B5EF4-FFF2-40B4-BE49-F238E27FC236}">
                  <a16:creationId xmlns:a16="http://schemas.microsoft.com/office/drawing/2014/main" id="{E412FEFC-E39D-A319-C3CB-72FE2D89AC1A}"/>
                </a:ext>
              </a:extLst>
            </p:cNvPr>
            <p:cNvGrpSpPr/>
            <p:nvPr/>
          </p:nvGrpSpPr>
          <p:grpSpPr>
            <a:xfrm>
              <a:off x="7954897" y="0"/>
              <a:ext cx="102352" cy="102352"/>
              <a:chOff x="0" y="0"/>
              <a:chExt cx="812800" cy="812800"/>
            </a:xfrm>
          </p:grpSpPr>
          <p:sp>
            <p:nvSpPr>
              <p:cNvPr id="355" name="Google Shape;355;p15">
                <a:extLst>
                  <a:ext uri="{FF2B5EF4-FFF2-40B4-BE49-F238E27FC236}">
                    <a16:creationId xmlns:a16="http://schemas.microsoft.com/office/drawing/2014/main" id="{6D9DB16B-1BED-20FA-E784-7E9906DE735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5">
                <a:extLst>
                  <a:ext uri="{FF2B5EF4-FFF2-40B4-BE49-F238E27FC236}">
                    <a16:creationId xmlns:a16="http://schemas.microsoft.com/office/drawing/2014/main" id="{7E3816BA-14E8-31BF-58E0-63403F878A2E}"/>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7" name="Google Shape;357;p15">
              <a:extLst>
                <a:ext uri="{FF2B5EF4-FFF2-40B4-BE49-F238E27FC236}">
                  <a16:creationId xmlns:a16="http://schemas.microsoft.com/office/drawing/2014/main" id="{23980E25-1F46-FC48-62AB-914A373E4C4D}"/>
                </a:ext>
              </a:extLst>
            </p:cNvPr>
            <p:cNvGrpSpPr/>
            <p:nvPr/>
          </p:nvGrpSpPr>
          <p:grpSpPr>
            <a:xfrm>
              <a:off x="8141318" y="0"/>
              <a:ext cx="102352" cy="102352"/>
              <a:chOff x="0" y="0"/>
              <a:chExt cx="812800" cy="812800"/>
            </a:xfrm>
          </p:grpSpPr>
          <p:sp>
            <p:nvSpPr>
              <p:cNvPr id="358" name="Google Shape;358;p15">
                <a:extLst>
                  <a:ext uri="{FF2B5EF4-FFF2-40B4-BE49-F238E27FC236}">
                    <a16:creationId xmlns:a16="http://schemas.microsoft.com/office/drawing/2014/main" id="{D0F527A3-3E31-82EB-9B80-77B013A4FF3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a:extLst>
                  <a:ext uri="{FF2B5EF4-FFF2-40B4-BE49-F238E27FC236}">
                    <a16:creationId xmlns:a16="http://schemas.microsoft.com/office/drawing/2014/main" id="{0670BF00-4E27-AC0E-B386-82A5DE4C7E7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0" name="Google Shape;360;p15">
              <a:extLst>
                <a:ext uri="{FF2B5EF4-FFF2-40B4-BE49-F238E27FC236}">
                  <a16:creationId xmlns:a16="http://schemas.microsoft.com/office/drawing/2014/main" id="{F7FA1986-7B91-A10C-5A24-CD1E188B5A47}"/>
                </a:ext>
              </a:extLst>
            </p:cNvPr>
            <p:cNvGrpSpPr/>
            <p:nvPr/>
          </p:nvGrpSpPr>
          <p:grpSpPr>
            <a:xfrm>
              <a:off x="1309955" y="0"/>
              <a:ext cx="102352" cy="102352"/>
              <a:chOff x="0" y="0"/>
              <a:chExt cx="812800" cy="812800"/>
            </a:xfrm>
          </p:grpSpPr>
          <p:sp>
            <p:nvSpPr>
              <p:cNvPr id="361" name="Google Shape;361;p15">
                <a:extLst>
                  <a:ext uri="{FF2B5EF4-FFF2-40B4-BE49-F238E27FC236}">
                    <a16:creationId xmlns:a16="http://schemas.microsoft.com/office/drawing/2014/main" id="{D0ACE2F3-11C8-6DBE-C9C7-F676BC1C9C1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a:extLst>
                  <a:ext uri="{FF2B5EF4-FFF2-40B4-BE49-F238E27FC236}">
                    <a16:creationId xmlns:a16="http://schemas.microsoft.com/office/drawing/2014/main" id="{58726248-9A02-925D-05AE-1A5585948B5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3" name="Google Shape;363;p15">
              <a:extLst>
                <a:ext uri="{FF2B5EF4-FFF2-40B4-BE49-F238E27FC236}">
                  <a16:creationId xmlns:a16="http://schemas.microsoft.com/office/drawing/2014/main" id="{EBCA76CD-BBC7-3587-A5FD-DFEE6165007D}"/>
                </a:ext>
              </a:extLst>
            </p:cNvPr>
            <p:cNvGrpSpPr/>
            <p:nvPr/>
          </p:nvGrpSpPr>
          <p:grpSpPr>
            <a:xfrm>
              <a:off x="10383376" y="0"/>
              <a:ext cx="102352" cy="102352"/>
              <a:chOff x="0" y="0"/>
              <a:chExt cx="812800" cy="812800"/>
            </a:xfrm>
          </p:grpSpPr>
          <p:sp>
            <p:nvSpPr>
              <p:cNvPr id="364" name="Google Shape;364;p15">
                <a:extLst>
                  <a:ext uri="{FF2B5EF4-FFF2-40B4-BE49-F238E27FC236}">
                    <a16:creationId xmlns:a16="http://schemas.microsoft.com/office/drawing/2014/main" id="{6E47D56F-2F68-E2CB-A267-E76B107CF74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5">
                <a:extLst>
                  <a:ext uri="{FF2B5EF4-FFF2-40B4-BE49-F238E27FC236}">
                    <a16:creationId xmlns:a16="http://schemas.microsoft.com/office/drawing/2014/main" id="{69DCFDA3-2397-6D35-D9CE-001CCD20DAB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6" name="Google Shape;366;p15">
              <a:extLst>
                <a:ext uri="{FF2B5EF4-FFF2-40B4-BE49-F238E27FC236}">
                  <a16:creationId xmlns:a16="http://schemas.microsoft.com/office/drawing/2014/main" id="{2554D564-5163-9478-E504-9F89C4A0FBAE}"/>
                </a:ext>
              </a:extLst>
            </p:cNvPr>
            <p:cNvGrpSpPr/>
            <p:nvPr/>
          </p:nvGrpSpPr>
          <p:grpSpPr>
            <a:xfrm>
              <a:off x="1692814" y="0"/>
              <a:ext cx="102352" cy="102352"/>
              <a:chOff x="0" y="0"/>
              <a:chExt cx="812800" cy="812800"/>
            </a:xfrm>
          </p:grpSpPr>
          <p:sp>
            <p:nvSpPr>
              <p:cNvPr id="367" name="Google Shape;367;p15">
                <a:extLst>
                  <a:ext uri="{FF2B5EF4-FFF2-40B4-BE49-F238E27FC236}">
                    <a16:creationId xmlns:a16="http://schemas.microsoft.com/office/drawing/2014/main" id="{5B997D91-2DF6-777D-7EEB-656F6A3FA97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5">
                <a:extLst>
                  <a:ext uri="{FF2B5EF4-FFF2-40B4-BE49-F238E27FC236}">
                    <a16:creationId xmlns:a16="http://schemas.microsoft.com/office/drawing/2014/main" id="{EF1E8579-0619-9E18-80E1-859C4ED235C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9" name="Google Shape;369;p15">
              <a:extLst>
                <a:ext uri="{FF2B5EF4-FFF2-40B4-BE49-F238E27FC236}">
                  <a16:creationId xmlns:a16="http://schemas.microsoft.com/office/drawing/2014/main" id="{28723F60-B58D-536E-5F65-AD71D4891DCB}"/>
                </a:ext>
              </a:extLst>
            </p:cNvPr>
            <p:cNvGrpSpPr/>
            <p:nvPr/>
          </p:nvGrpSpPr>
          <p:grpSpPr>
            <a:xfrm>
              <a:off x="10766236" y="0"/>
              <a:ext cx="102352" cy="102352"/>
              <a:chOff x="0" y="0"/>
              <a:chExt cx="812800" cy="812800"/>
            </a:xfrm>
          </p:grpSpPr>
          <p:sp>
            <p:nvSpPr>
              <p:cNvPr id="370" name="Google Shape;370;p15">
                <a:extLst>
                  <a:ext uri="{FF2B5EF4-FFF2-40B4-BE49-F238E27FC236}">
                    <a16:creationId xmlns:a16="http://schemas.microsoft.com/office/drawing/2014/main" id="{1CB3D6A6-DF78-3D10-9CEE-B7A42C45C6BB}"/>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5">
                <a:extLst>
                  <a:ext uri="{FF2B5EF4-FFF2-40B4-BE49-F238E27FC236}">
                    <a16:creationId xmlns:a16="http://schemas.microsoft.com/office/drawing/2014/main" id="{0714A6F9-2D31-8FD4-0FB9-DDDC875ED308}"/>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2" name="Google Shape;372;p15">
              <a:extLst>
                <a:ext uri="{FF2B5EF4-FFF2-40B4-BE49-F238E27FC236}">
                  <a16:creationId xmlns:a16="http://schemas.microsoft.com/office/drawing/2014/main" id="{00FD9BDD-1F5C-275D-805B-C87B63712F0D}"/>
                </a:ext>
              </a:extLst>
            </p:cNvPr>
            <p:cNvGrpSpPr/>
            <p:nvPr/>
          </p:nvGrpSpPr>
          <p:grpSpPr>
            <a:xfrm>
              <a:off x="2075674" y="0"/>
              <a:ext cx="102352" cy="102352"/>
              <a:chOff x="0" y="0"/>
              <a:chExt cx="812800" cy="812800"/>
            </a:xfrm>
          </p:grpSpPr>
          <p:sp>
            <p:nvSpPr>
              <p:cNvPr id="373" name="Google Shape;373;p15">
                <a:extLst>
                  <a:ext uri="{FF2B5EF4-FFF2-40B4-BE49-F238E27FC236}">
                    <a16:creationId xmlns:a16="http://schemas.microsoft.com/office/drawing/2014/main" id="{6FF6810B-C347-72ED-7F23-A3523BD814F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5">
                <a:extLst>
                  <a:ext uri="{FF2B5EF4-FFF2-40B4-BE49-F238E27FC236}">
                    <a16:creationId xmlns:a16="http://schemas.microsoft.com/office/drawing/2014/main" id="{DE963888-188E-FE48-4836-6D7AEF9D4B7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5" name="Google Shape;375;p15">
              <a:extLst>
                <a:ext uri="{FF2B5EF4-FFF2-40B4-BE49-F238E27FC236}">
                  <a16:creationId xmlns:a16="http://schemas.microsoft.com/office/drawing/2014/main" id="{1C5BDBC0-124B-DC4E-0DEC-225BF1942C01}"/>
                </a:ext>
              </a:extLst>
            </p:cNvPr>
            <p:cNvGrpSpPr/>
            <p:nvPr/>
          </p:nvGrpSpPr>
          <p:grpSpPr>
            <a:xfrm>
              <a:off x="11149095" y="0"/>
              <a:ext cx="102352" cy="102352"/>
              <a:chOff x="0" y="0"/>
              <a:chExt cx="812800" cy="812800"/>
            </a:xfrm>
          </p:grpSpPr>
          <p:sp>
            <p:nvSpPr>
              <p:cNvPr id="376" name="Google Shape;376;p15">
                <a:extLst>
                  <a:ext uri="{FF2B5EF4-FFF2-40B4-BE49-F238E27FC236}">
                    <a16:creationId xmlns:a16="http://schemas.microsoft.com/office/drawing/2014/main" id="{F9C8636D-D8A8-C77A-E99E-CAA358F5B5F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a:extLst>
                  <a:ext uri="{FF2B5EF4-FFF2-40B4-BE49-F238E27FC236}">
                    <a16:creationId xmlns:a16="http://schemas.microsoft.com/office/drawing/2014/main" id="{68E7E8A1-C01C-CE48-8AA4-5325793363BE}"/>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8" name="Google Shape;378;p15">
              <a:extLst>
                <a:ext uri="{FF2B5EF4-FFF2-40B4-BE49-F238E27FC236}">
                  <a16:creationId xmlns:a16="http://schemas.microsoft.com/office/drawing/2014/main" id="{E169CB13-9725-B71F-C3D9-0AF450496D1D}"/>
                </a:ext>
              </a:extLst>
            </p:cNvPr>
            <p:cNvGrpSpPr/>
            <p:nvPr/>
          </p:nvGrpSpPr>
          <p:grpSpPr>
            <a:xfrm>
              <a:off x="3989971" y="0"/>
              <a:ext cx="102352" cy="102352"/>
              <a:chOff x="0" y="0"/>
              <a:chExt cx="812800" cy="812800"/>
            </a:xfrm>
          </p:grpSpPr>
          <p:sp>
            <p:nvSpPr>
              <p:cNvPr id="379" name="Google Shape;379;p15">
                <a:extLst>
                  <a:ext uri="{FF2B5EF4-FFF2-40B4-BE49-F238E27FC236}">
                    <a16:creationId xmlns:a16="http://schemas.microsoft.com/office/drawing/2014/main" id="{A1349B4A-F1A0-F64A-B789-DFA0D495734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a:extLst>
                  <a:ext uri="{FF2B5EF4-FFF2-40B4-BE49-F238E27FC236}">
                    <a16:creationId xmlns:a16="http://schemas.microsoft.com/office/drawing/2014/main" id="{F2D42F11-C268-8FB4-41BC-608F84EA875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1" name="Google Shape;381;p15">
              <a:extLst>
                <a:ext uri="{FF2B5EF4-FFF2-40B4-BE49-F238E27FC236}">
                  <a16:creationId xmlns:a16="http://schemas.microsoft.com/office/drawing/2014/main" id="{3CE13E57-D0BD-A44B-AFAE-BEDB27979A3C}"/>
                </a:ext>
              </a:extLst>
            </p:cNvPr>
            <p:cNvGrpSpPr/>
            <p:nvPr/>
          </p:nvGrpSpPr>
          <p:grpSpPr>
            <a:xfrm>
              <a:off x="13063392" y="0"/>
              <a:ext cx="102352" cy="102352"/>
              <a:chOff x="0" y="0"/>
              <a:chExt cx="812800" cy="812800"/>
            </a:xfrm>
          </p:grpSpPr>
          <p:sp>
            <p:nvSpPr>
              <p:cNvPr id="382" name="Google Shape;382;p15">
                <a:extLst>
                  <a:ext uri="{FF2B5EF4-FFF2-40B4-BE49-F238E27FC236}">
                    <a16:creationId xmlns:a16="http://schemas.microsoft.com/office/drawing/2014/main" id="{A72353FA-4BAA-0427-F3DC-C063AC908F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a:extLst>
                  <a:ext uri="{FF2B5EF4-FFF2-40B4-BE49-F238E27FC236}">
                    <a16:creationId xmlns:a16="http://schemas.microsoft.com/office/drawing/2014/main" id="{6F1847F7-4899-3DB4-60A1-158B83BB4A4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4" name="Google Shape;384;p15">
              <a:extLst>
                <a:ext uri="{FF2B5EF4-FFF2-40B4-BE49-F238E27FC236}">
                  <a16:creationId xmlns:a16="http://schemas.microsoft.com/office/drawing/2014/main" id="{DCD8DD81-095A-0458-2566-623DBEC3169D}"/>
                </a:ext>
              </a:extLst>
            </p:cNvPr>
            <p:cNvGrpSpPr/>
            <p:nvPr/>
          </p:nvGrpSpPr>
          <p:grpSpPr>
            <a:xfrm>
              <a:off x="2458533" y="0"/>
              <a:ext cx="102352" cy="102352"/>
              <a:chOff x="0" y="0"/>
              <a:chExt cx="812800" cy="812800"/>
            </a:xfrm>
          </p:grpSpPr>
          <p:sp>
            <p:nvSpPr>
              <p:cNvPr id="385" name="Google Shape;385;p15">
                <a:extLst>
                  <a:ext uri="{FF2B5EF4-FFF2-40B4-BE49-F238E27FC236}">
                    <a16:creationId xmlns:a16="http://schemas.microsoft.com/office/drawing/2014/main" id="{0D59C2E9-7836-B3C9-E7F2-1A5A6288DCA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a:extLst>
                  <a:ext uri="{FF2B5EF4-FFF2-40B4-BE49-F238E27FC236}">
                    <a16:creationId xmlns:a16="http://schemas.microsoft.com/office/drawing/2014/main" id="{212DDFB1-5B18-D511-5E43-70D11058678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7" name="Google Shape;387;p15">
              <a:extLst>
                <a:ext uri="{FF2B5EF4-FFF2-40B4-BE49-F238E27FC236}">
                  <a16:creationId xmlns:a16="http://schemas.microsoft.com/office/drawing/2014/main" id="{70116069-105C-27C4-4AD8-B866B71E86C6}"/>
                </a:ext>
              </a:extLst>
            </p:cNvPr>
            <p:cNvGrpSpPr/>
            <p:nvPr/>
          </p:nvGrpSpPr>
          <p:grpSpPr>
            <a:xfrm>
              <a:off x="11531955" y="0"/>
              <a:ext cx="102352" cy="102352"/>
              <a:chOff x="0" y="0"/>
              <a:chExt cx="812800" cy="812800"/>
            </a:xfrm>
          </p:grpSpPr>
          <p:sp>
            <p:nvSpPr>
              <p:cNvPr id="388" name="Google Shape;388;p15">
                <a:extLst>
                  <a:ext uri="{FF2B5EF4-FFF2-40B4-BE49-F238E27FC236}">
                    <a16:creationId xmlns:a16="http://schemas.microsoft.com/office/drawing/2014/main" id="{E2B9ADC2-A628-376E-5AF5-15083428E5D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a:extLst>
                  <a:ext uri="{FF2B5EF4-FFF2-40B4-BE49-F238E27FC236}">
                    <a16:creationId xmlns:a16="http://schemas.microsoft.com/office/drawing/2014/main" id="{5C0FD80E-B049-ECE3-A760-7532A248CA9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0" name="Google Shape;390;p15">
              <a:extLst>
                <a:ext uri="{FF2B5EF4-FFF2-40B4-BE49-F238E27FC236}">
                  <a16:creationId xmlns:a16="http://schemas.microsoft.com/office/drawing/2014/main" id="{C649EA0D-703F-7DBA-3702-B2880D4ACAD6}"/>
                </a:ext>
              </a:extLst>
            </p:cNvPr>
            <p:cNvGrpSpPr/>
            <p:nvPr/>
          </p:nvGrpSpPr>
          <p:grpSpPr>
            <a:xfrm>
              <a:off x="4372830" y="0"/>
              <a:ext cx="102352" cy="102352"/>
              <a:chOff x="0" y="0"/>
              <a:chExt cx="812800" cy="812800"/>
            </a:xfrm>
          </p:grpSpPr>
          <p:sp>
            <p:nvSpPr>
              <p:cNvPr id="391" name="Google Shape;391;p15">
                <a:extLst>
                  <a:ext uri="{FF2B5EF4-FFF2-40B4-BE49-F238E27FC236}">
                    <a16:creationId xmlns:a16="http://schemas.microsoft.com/office/drawing/2014/main" id="{FECB74C6-C0B0-B4ED-2AD0-DF942F53B67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a:extLst>
                  <a:ext uri="{FF2B5EF4-FFF2-40B4-BE49-F238E27FC236}">
                    <a16:creationId xmlns:a16="http://schemas.microsoft.com/office/drawing/2014/main" id="{BA60EA48-4471-8F8D-6499-A4FA23FF547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3" name="Google Shape;393;p15">
              <a:extLst>
                <a:ext uri="{FF2B5EF4-FFF2-40B4-BE49-F238E27FC236}">
                  <a16:creationId xmlns:a16="http://schemas.microsoft.com/office/drawing/2014/main" id="{3085B53F-0E75-E6A0-6675-DB42DDD62B28}"/>
                </a:ext>
              </a:extLst>
            </p:cNvPr>
            <p:cNvGrpSpPr/>
            <p:nvPr/>
          </p:nvGrpSpPr>
          <p:grpSpPr>
            <a:xfrm>
              <a:off x="13446252" y="0"/>
              <a:ext cx="102352" cy="102352"/>
              <a:chOff x="0" y="0"/>
              <a:chExt cx="812800" cy="812800"/>
            </a:xfrm>
          </p:grpSpPr>
          <p:sp>
            <p:nvSpPr>
              <p:cNvPr id="394" name="Google Shape;394;p15">
                <a:extLst>
                  <a:ext uri="{FF2B5EF4-FFF2-40B4-BE49-F238E27FC236}">
                    <a16:creationId xmlns:a16="http://schemas.microsoft.com/office/drawing/2014/main" id="{387587CB-47B0-D34D-4AB8-623D7AE4115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5">
                <a:extLst>
                  <a:ext uri="{FF2B5EF4-FFF2-40B4-BE49-F238E27FC236}">
                    <a16:creationId xmlns:a16="http://schemas.microsoft.com/office/drawing/2014/main" id="{3755CE1E-33FA-22F0-4043-9EAC8861EFBC}"/>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6" name="Google Shape;396;p15">
              <a:extLst>
                <a:ext uri="{FF2B5EF4-FFF2-40B4-BE49-F238E27FC236}">
                  <a16:creationId xmlns:a16="http://schemas.microsoft.com/office/drawing/2014/main" id="{1910A1FE-756D-0DED-FA69-36C4DC8EB8EB}"/>
                </a:ext>
              </a:extLst>
            </p:cNvPr>
            <p:cNvGrpSpPr/>
            <p:nvPr/>
          </p:nvGrpSpPr>
          <p:grpSpPr>
            <a:xfrm>
              <a:off x="2841392" y="0"/>
              <a:ext cx="102352" cy="102352"/>
              <a:chOff x="0" y="0"/>
              <a:chExt cx="812800" cy="812800"/>
            </a:xfrm>
          </p:grpSpPr>
          <p:sp>
            <p:nvSpPr>
              <p:cNvPr id="397" name="Google Shape;397;p15">
                <a:extLst>
                  <a:ext uri="{FF2B5EF4-FFF2-40B4-BE49-F238E27FC236}">
                    <a16:creationId xmlns:a16="http://schemas.microsoft.com/office/drawing/2014/main" id="{5D1597CF-888D-6588-D068-FFD7872CFB9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a:extLst>
                  <a:ext uri="{FF2B5EF4-FFF2-40B4-BE49-F238E27FC236}">
                    <a16:creationId xmlns:a16="http://schemas.microsoft.com/office/drawing/2014/main" id="{B53F863D-BD04-A269-DBAE-A30C60E52C7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9" name="Google Shape;399;p15">
              <a:extLst>
                <a:ext uri="{FF2B5EF4-FFF2-40B4-BE49-F238E27FC236}">
                  <a16:creationId xmlns:a16="http://schemas.microsoft.com/office/drawing/2014/main" id="{971DB230-76D1-81B5-3268-8CACC73F5EA8}"/>
                </a:ext>
              </a:extLst>
            </p:cNvPr>
            <p:cNvGrpSpPr/>
            <p:nvPr/>
          </p:nvGrpSpPr>
          <p:grpSpPr>
            <a:xfrm>
              <a:off x="11914814" y="0"/>
              <a:ext cx="102352" cy="102352"/>
              <a:chOff x="0" y="0"/>
              <a:chExt cx="812800" cy="812800"/>
            </a:xfrm>
          </p:grpSpPr>
          <p:sp>
            <p:nvSpPr>
              <p:cNvPr id="400" name="Google Shape;400;p15">
                <a:extLst>
                  <a:ext uri="{FF2B5EF4-FFF2-40B4-BE49-F238E27FC236}">
                    <a16:creationId xmlns:a16="http://schemas.microsoft.com/office/drawing/2014/main" id="{8CF3D1BF-D99F-1A68-B72C-08ECC9B0532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5">
                <a:extLst>
                  <a:ext uri="{FF2B5EF4-FFF2-40B4-BE49-F238E27FC236}">
                    <a16:creationId xmlns:a16="http://schemas.microsoft.com/office/drawing/2014/main" id="{8709F29A-7CF6-F1F3-068C-1063029430F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2" name="Google Shape;402;p15">
              <a:extLst>
                <a:ext uri="{FF2B5EF4-FFF2-40B4-BE49-F238E27FC236}">
                  <a16:creationId xmlns:a16="http://schemas.microsoft.com/office/drawing/2014/main" id="{71AC440E-A536-3003-6248-B9501125CB6B}"/>
                </a:ext>
              </a:extLst>
            </p:cNvPr>
            <p:cNvGrpSpPr/>
            <p:nvPr/>
          </p:nvGrpSpPr>
          <p:grpSpPr>
            <a:xfrm>
              <a:off x="4755689" y="0"/>
              <a:ext cx="102352" cy="102352"/>
              <a:chOff x="0" y="0"/>
              <a:chExt cx="812800" cy="812800"/>
            </a:xfrm>
          </p:grpSpPr>
          <p:sp>
            <p:nvSpPr>
              <p:cNvPr id="403" name="Google Shape;403;p15">
                <a:extLst>
                  <a:ext uri="{FF2B5EF4-FFF2-40B4-BE49-F238E27FC236}">
                    <a16:creationId xmlns:a16="http://schemas.microsoft.com/office/drawing/2014/main" id="{E947EED9-A71F-990D-0C06-EA76217F999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5">
                <a:extLst>
                  <a:ext uri="{FF2B5EF4-FFF2-40B4-BE49-F238E27FC236}">
                    <a16:creationId xmlns:a16="http://schemas.microsoft.com/office/drawing/2014/main" id="{A2E9721D-E1BF-B7B4-6D63-D313326291A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5" name="Google Shape;405;p15">
              <a:extLst>
                <a:ext uri="{FF2B5EF4-FFF2-40B4-BE49-F238E27FC236}">
                  <a16:creationId xmlns:a16="http://schemas.microsoft.com/office/drawing/2014/main" id="{0AB5569D-96AA-6904-FEBC-5F88B72D6812}"/>
                </a:ext>
              </a:extLst>
            </p:cNvPr>
            <p:cNvGrpSpPr/>
            <p:nvPr/>
          </p:nvGrpSpPr>
          <p:grpSpPr>
            <a:xfrm>
              <a:off x="13829111" y="0"/>
              <a:ext cx="102352" cy="102352"/>
              <a:chOff x="0" y="0"/>
              <a:chExt cx="812800" cy="812800"/>
            </a:xfrm>
          </p:grpSpPr>
          <p:sp>
            <p:nvSpPr>
              <p:cNvPr id="406" name="Google Shape;406;p15">
                <a:extLst>
                  <a:ext uri="{FF2B5EF4-FFF2-40B4-BE49-F238E27FC236}">
                    <a16:creationId xmlns:a16="http://schemas.microsoft.com/office/drawing/2014/main" id="{57513BFC-3BDE-F6D0-D6B0-53CE09E9FD7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5">
                <a:extLst>
                  <a:ext uri="{FF2B5EF4-FFF2-40B4-BE49-F238E27FC236}">
                    <a16:creationId xmlns:a16="http://schemas.microsoft.com/office/drawing/2014/main" id="{6060874F-B5EA-D834-DC69-9213E656A20A}"/>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8" name="Google Shape;408;p15">
              <a:extLst>
                <a:ext uri="{FF2B5EF4-FFF2-40B4-BE49-F238E27FC236}">
                  <a16:creationId xmlns:a16="http://schemas.microsoft.com/office/drawing/2014/main" id="{CFE82E6C-DA6D-7569-9067-388AE0F2BD67}"/>
                </a:ext>
              </a:extLst>
            </p:cNvPr>
            <p:cNvGrpSpPr/>
            <p:nvPr/>
          </p:nvGrpSpPr>
          <p:grpSpPr>
            <a:xfrm>
              <a:off x="3224252" y="0"/>
              <a:ext cx="102352" cy="102352"/>
              <a:chOff x="0" y="0"/>
              <a:chExt cx="812800" cy="812800"/>
            </a:xfrm>
          </p:grpSpPr>
          <p:sp>
            <p:nvSpPr>
              <p:cNvPr id="409" name="Google Shape;409;p15">
                <a:extLst>
                  <a:ext uri="{FF2B5EF4-FFF2-40B4-BE49-F238E27FC236}">
                    <a16:creationId xmlns:a16="http://schemas.microsoft.com/office/drawing/2014/main" id="{0544D07F-BF81-5A96-E2B3-BED571ECE0B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a:extLst>
                  <a:ext uri="{FF2B5EF4-FFF2-40B4-BE49-F238E27FC236}">
                    <a16:creationId xmlns:a16="http://schemas.microsoft.com/office/drawing/2014/main" id="{50B43A74-8758-B7F7-8D71-CCF36AA4A2F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1" name="Google Shape;411;p15">
              <a:extLst>
                <a:ext uri="{FF2B5EF4-FFF2-40B4-BE49-F238E27FC236}">
                  <a16:creationId xmlns:a16="http://schemas.microsoft.com/office/drawing/2014/main" id="{29A7E95D-A525-8ED4-3E30-4681642052C9}"/>
                </a:ext>
              </a:extLst>
            </p:cNvPr>
            <p:cNvGrpSpPr/>
            <p:nvPr/>
          </p:nvGrpSpPr>
          <p:grpSpPr>
            <a:xfrm>
              <a:off x="12297673" y="0"/>
              <a:ext cx="102352" cy="102352"/>
              <a:chOff x="0" y="0"/>
              <a:chExt cx="812800" cy="812800"/>
            </a:xfrm>
          </p:grpSpPr>
          <p:sp>
            <p:nvSpPr>
              <p:cNvPr id="412" name="Google Shape;412;p15">
                <a:extLst>
                  <a:ext uri="{FF2B5EF4-FFF2-40B4-BE49-F238E27FC236}">
                    <a16:creationId xmlns:a16="http://schemas.microsoft.com/office/drawing/2014/main" id="{93DA9178-E3EB-EE4C-16BB-250ACBD047E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a:extLst>
                  <a:ext uri="{FF2B5EF4-FFF2-40B4-BE49-F238E27FC236}">
                    <a16:creationId xmlns:a16="http://schemas.microsoft.com/office/drawing/2014/main" id="{ABDA49B8-7940-DAB9-659F-2805B3A0DA7D}"/>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4" name="Google Shape;414;p15">
              <a:extLst>
                <a:ext uri="{FF2B5EF4-FFF2-40B4-BE49-F238E27FC236}">
                  <a16:creationId xmlns:a16="http://schemas.microsoft.com/office/drawing/2014/main" id="{9CFC35FB-D9A5-302D-B5CA-A100F2848A96}"/>
                </a:ext>
              </a:extLst>
            </p:cNvPr>
            <p:cNvGrpSpPr/>
            <p:nvPr/>
          </p:nvGrpSpPr>
          <p:grpSpPr>
            <a:xfrm>
              <a:off x="5138549" y="0"/>
              <a:ext cx="102352" cy="102352"/>
              <a:chOff x="0" y="0"/>
              <a:chExt cx="812800" cy="812800"/>
            </a:xfrm>
          </p:grpSpPr>
          <p:sp>
            <p:nvSpPr>
              <p:cNvPr id="415" name="Google Shape;415;p15">
                <a:extLst>
                  <a:ext uri="{FF2B5EF4-FFF2-40B4-BE49-F238E27FC236}">
                    <a16:creationId xmlns:a16="http://schemas.microsoft.com/office/drawing/2014/main" id="{CFEA694F-10A2-A712-4438-4FDB0E5C2C2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5">
                <a:extLst>
                  <a:ext uri="{FF2B5EF4-FFF2-40B4-BE49-F238E27FC236}">
                    <a16:creationId xmlns:a16="http://schemas.microsoft.com/office/drawing/2014/main" id="{5C09087A-536F-40C7-988C-CB0E61A1880D}"/>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7" name="Google Shape;417;p15">
              <a:extLst>
                <a:ext uri="{FF2B5EF4-FFF2-40B4-BE49-F238E27FC236}">
                  <a16:creationId xmlns:a16="http://schemas.microsoft.com/office/drawing/2014/main" id="{1B037288-BCB5-B64A-CE5B-7E7FDDC87311}"/>
                </a:ext>
              </a:extLst>
            </p:cNvPr>
            <p:cNvGrpSpPr/>
            <p:nvPr/>
          </p:nvGrpSpPr>
          <p:grpSpPr>
            <a:xfrm>
              <a:off x="14211970" y="0"/>
              <a:ext cx="102352" cy="102352"/>
              <a:chOff x="0" y="0"/>
              <a:chExt cx="812800" cy="812800"/>
            </a:xfrm>
          </p:grpSpPr>
          <p:sp>
            <p:nvSpPr>
              <p:cNvPr id="418" name="Google Shape;418;p15">
                <a:extLst>
                  <a:ext uri="{FF2B5EF4-FFF2-40B4-BE49-F238E27FC236}">
                    <a16:creationId xmlns:a16="http://schemas.microsoft.com/office/drawing/2014/main" id="{81C006FD-E8CD-5B16-E2AF-2112FBC37BA4}"/>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5">
                <a:extLst>
                  <a:ext uri="{FF2B5EF4-FFF2-40B4-BE49-F238E27FC236}">
                    <a16:creationId xmlns:a16="http://schemas.microsoft.com/office/drawing/2014/main" id="{8EE6E354-9C31-525F-3CB9-BAC61431187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0" name="Google Shape;420;p15">
              <a:extLst>
                <a:ext uri="{FF2B5EF4-FFF2-40B4-BE49-F238E27FC236}">
                  <a16:creationId xmlns:a16="http://schemas.microsoft.com/office/drawing/2014/main" id="{8E139206-8588-CA43-7C32-D9CC0C046B6C}"/>
                </a:ext>
              </a:extLst>
            </p:cNvPr>
            <p:cNvGrpSpPr/>
            <p:nvPr/>
          </p:nvGrpSpPr>
          <p:grpSpPr>
            <a:xfrm>
              <a:off x="5329978" y="0"/>
              <a:ext cx="102352" cy="102352"/>
              <a:chOff x="0" y="0"/>
              <a:chExt cx="812800" cy="812800"/>
            </a:xfrm>
          </p:grpSpPr>
          <p:sp>
            <p:nvSpPr>
              <p:cNvPr id="421" name="Google Shape;421;p15">
                <a:extLst>
                  <a:ext uri="{FF2B5EF4-FFF2-40B4-BE49-F238E27FC236}">
                    <a16:creationId xmlns:a16="http://schemas.microsoft.com/office/drawing/2014/main" id="{B48C783E-D6CA-E939-2FBF-8572178DCF5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a:extLst>
                  <a:ext uri="{FF2B5EF4-FFF2-40B4-BE49-F238E27FC236}">
                    <a16:creationId xmlns:a16="http://schemas.microsoft.com/office/drawing/2014/main" id="{811947F6-642E-11A3-F9B6-90E203F42358}"/>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3" name="Google Shape;423;p15">
              <a:extLst>
                <a:ext uri="{FF2B5EF4-FFF2-40B4-BE49-F238E27FC236}">
                  <a16:creationId xmlns:a16="http://schemas.microsoft.com/office/drawing/2014/main" id="{84B89426-D655-8250-31DA-9E355023B6CE}"/>
                </a:ext>
              </a:extLst>
            </p:cNvPr>
            <p:cNvGrpSpPr/>
            <p:nvPr/>
          </p:nvGrpSpPr>
          <p:grpSpPr>
            <a:xfrm>
              <a:off x="14403400" y="0"/>
              <a:ext cx="102352" cy="102352"/>
              <a:chOff x="0" y="0"/>
              <a:chExt cx="812800" cy="812800"/>
            </a:xfrm>
          </p:grpSpPr>
          <p:sp>
            <p:nvSpPr>
              <p:cNvPr id="424" name="Google Shape;424;p15">
                <a:extLst>
                  <a:ext uri="{FF2B5EF4-FFF2-40B4-BE49-F238E27FC236}">
                    <a16:creationId xmlns:a16="http://schemas.microsoft.com/office/drawing/2014/main" id="{27B835CA-28DE-E504-D183-A847C193989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5">
                <a:extLst>
                  <a:ext uri="{FF2B5EF4-FFF2-40B4-BE49-F238E27FC236}">
                    <a16:creationId xmlns:a16="http://schemas.microsoft.com/office/drawing/2014/main" id="{FDA6F78F-BADF-EFC6-A00F-6C9547E77F3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6" name="Google Shape;426;p15">
              <a:extLst>
                <a:ext uri="{FF2B5EF4-FFF2-40B4-BE49-F238E27FC236}">
                  <a16:creationId xmlns:a16="http://schemas.microsoft.com/office/drawing/2014/main" id="{C809DA1A-7B15-97F1-CB3A-0681A4552A56}"/>
                </a:ext>
              </a:extLst>
            </p:cNvPr>
            <p:cNvGrpSpPr/>
            <p:nvPr/>
          </p:nvGrpSpPr>
          <p:grpSpPr>
            <a:xfrm>
              <a:off x="5521408" y="0"/>
              <a:ext cx="102352" cy="102352"/>
              <a:chOff x="0" y="0"/>
              <a:chExt cx="812800" cy="812800"/>
            </a:xfrm>
          </p:grpSpPr>
          <p:sp>
            <p:nvSpPr>
              <p:cNvPr id="427" name="Google Shape;427;p15">
                <a:extLst>
                  <a:ext uri="{FF2B5EF4-FFF2-40B4-BE49-F238E27FC236}">
                    <a16:creationId xmlns:a16="http://schemas.microsoft.com/office/drawing/2014/main" id="{9D796B6A-92D8-477A-A7F4-9CFD0E4182C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5">
                <a:extLst>
                  <a:ext uri="{FF2B5EF4-FFF2-40B4-BE49-F238E27FC236}">
                    <a16:creationId xmlns:a16="http://schemas.microsoft.com/office/drawing/2014/main" id="{FD5E6B6C-6F0A-DD81-5F6A-EBF20C23FF5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9" name="Google Shape;429;p15">
              <a:extLst>
                <a:ext uri="{FF2B5EF4-FFF2-40B4-BE49-F238E27FC236}">
                  <a16:creationId xmlns:a16="http://schemas.microsoft.com/office/drawing/2014/main" id="{A643A81F-9C7E-5B81-FE5F-C721701C2740}"/>
                </a:ext>
              </a:extLst>
            </p:cNvPr>
            <p:cNvGrpSpPr/>
            <p:nvPr/>
          </p:nvGrpSpPr>
          <p:grpSpPr>
            <a:xfrm>
              <a:off x="5712838" y="0"/>
              <a:ext cx="102352" cy="102352"/>
              <a:chOff x="0" y="0"/>
              <a:chExt cx="812800" cy="812800"/>
            </a:xfrm>
          </p:grpSpPr>
          <p:sp>
            <p:nvSpPr>
              <p:cNvPr id="430" name="Google Shape;430;p15">
                <a:extLst>
                  <a:ext uri="{FF2B5EF4-FFF2-40B4-BE49-F238E27FC236}">
                    <a16:creationId xmlns:a16="http://schemas.microsoft.com/office/drawing/2014/main" id="{012827C0-E8D7-8B4D-96E2-7FECA4507BD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5">
                <a:extLst>
                  <a:ext uri="{FF2B5EF4-FFF2-40B4-BE49-F238E27FC236}">
                    <a16:creationId xmlns:a16="http://schemas.microsoft.com/office/drawing/2014/main" id="{1E44D7CE-773E-D1A9-AFE9-B272C6FB19C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2" name="Google Shape;432;p15">
              <a:extLst>
                <a:ext uri="{FF2B5EF4-FFF2-40B4-BE49-F238E27FC236}">
                  <a16:creationId xmlns:a16="http://schemas.microsoft.com/office/drawing/2014/main" id="{DE89C0B8-7D0D-AF8F-DB76-47367CFB1E4B}"/>
                </a:ext>
              </a:extLst>
            </p:cNvPr>
            <p:cNvGrpSpPr/>
            <p:nvPr/>
          </p:nvGrpSpPr>
          <p:grpSpPr>
            <a:xfrm>
              <a:off x="1501384" y="0"/>
              <a:ext cx="102352" cy="102352"/>
              <a:chOff x="0" y="0"/>
              <a:chExt cx="812800" cy="812800"/>
            </a:xfrm>
          </p:grpSpPr>
          <p:sp>
            <p:nvSpPr>
              <p:cNvPr id="433" name="Google Shape;433;p15">
                <a:extLst>
                  <a:ext uri="{FF2B5EF4-FFF2-40B4-BE49-F238E27FC236}">
                    <a16:creationId xmlns:a16="http://schemas.microsoft.com/office/drawing/2014/main" id="{923F059D-9E69-FC24-9C95-534B0999191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5">
                <a:extLst>
                  <a:ext uri="{FF2B5EF4-FFF2-40B4-BE49-F238E27FC236}">
                    <a16:creationId xmlns:a16="http://schemas.microsoft.com/office/drawing/2014/main" id="{0364C8B1-78D4-3024-9D4C-5F2F57A2196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5" name="Google Shape;435;p15">
              <a:extLst>
                <a:ext uri="{FF2B5EF4-FFF2-40B4-BE49-F238E27FC236}">
                  <a16:creationId xmlns:a16="http://schemas.microsoft.com/office/drawing/2014/main" id="{12CBF2B9-4D7D-48E8-B185-D737F632120A}"/>
                </a:ext>
              </a:extLst>
            </p:cNvPr>
            <p:cNvGrpSpPr/>
            <p:nvPr/>
          </p:nvGrpSpPr>
          <p:grpSpPr>
            <a:xfrm>
              <a:off x="10574806" y="0"/>
              <a:ext cx="102352" cy="102352"/>
              <a:chOff x="0" y="0"/>
              <a:chExt cx="812800" cy="812800"/>
            </a:xfrm>
          </p:grpSpPr>
          <p:sp>
            <p:nvSpPr>
              <p:cNvPr id="436" name="Google Shape;436;p15">
                <a:extLst>
                  <a:ext uri="{FF2B5EF4-FFF2-40B4-BE49-F238E27FC236}">
                    <a16:creationId xmlns:a16="http://schemas.microsoft.com/office/drawing/2014/main" id="{7818D5F2-9B90-8D2E-32BD-E575887CF83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a:extLst>
                  <a:ext uri="{FF2B5EF4-FFF2-40B4-BE49-F238E27FC236}">
                    <a16:creationId xmlns:a16="http://schemas.microsoft.com/office/drawing/2014/main" id="{8928B81A-F5B0-B271-42AC-CD07FAFD4481}"/>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8" name="Google Shape;438;p15">
              <a:extLst>
                <a:ext uri="{FF2B5EF4-FFF2-40B4-BE49-F238E27FC236}">
                  <a16:creationId xmlns:a16="http://schemas.microsoft.com/office/drawing/2014/main" id="{FE496614-9E95-E202-6B5C-30A08BD7054E}"/>
                </a:ext>
              </a:extLst>
            </p:cNvPr>
            <p:cNvGrpSpPr/>
            <p:nvPr/>
          </p:nvGrpSpPr>
          <p:grpSpPr>
            <a:xfrm>
              <a:off x="1884244" y="0"/>
              <a:ext cx="102352" cy="102352"/>
              <a:chOff x="0" y="0"/>
              <a:chExt cx="812800" cy="812800"/>
            </a:xfrm>
          </p:grpSpPr>
          <p:sp>
            <p:nvSpPr>
              <p:cNvPr id="439" name="Google Shape;439;p15">
                <a:extLst>
                  <a:ext uri="{FF2B5EF4-FFF2-40B4-BE49-F238E27FC236}">
                    <a16:creationId xmlns:a16="http://schemas.microsoft.com/office/drawing/2014/main" id="{F93BA3F9-1997-DC52-7C38-3CFB7983534E}"/>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a:extLst>
                  <a:ext uri="{FF2B5EF4-FFF2-40B4-BE49-F238E27FC236}">
                    <a16:creationId xmlns:a16="http://schemas.microsoft.com/office/drawing/2014/main" id="{C0711970-CE6A-303F-8B2B-E93F0AD0A51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1" name="Google Shape;441;p15">
              <a:extLst>
                <a:ext uri="{FF2B5EF4-FFF2-40B4-BE49-F238E27FC236}">
                  <a16:creationId xmlns:a16="http://schemas.microsoft.com/office/drawing/2014/main" id="{E37B2064-6C35-7A6B-A029-FC5285E15006}"/>
                </a:ext>
              </a:extLst>
            </p:cNvPr>
            <p:cNvGrpSpPr/>
            <p:nvPr/>
          </p:nvGrpSpPr>
          <p:grpSpPr>
            <a:xfrm>
              <a:off x="10957666" y="0"/>
              <a:ext cx="102352" cy="102352"/>
              <a:chOff x="0" y="0"/>
              <a:chExt cx="812800" cy="812800"/>
            </a:xfrm>
          </p:grpSpPr>
          <p:sp>
            <p:nvSpPr>
              <p:cNvPr id="442" name="Google Shape;442;p15">
                <a:extLst>
                  <a:ext uri="{FF2B5EF4-FFF2-40B4-BE49-F238E27FC236}">
                    <a16:creationId xmlns:a16="http://schemas.microsoft.com/office/drawing/2014/main" id="{B2CC4486-8C20-AB40-ECE3-B4AEB833275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5">
                <a:extLst>
                  <a:ext uri="{FF2B5EF4-FFF2-40B4-BE49-F238E27FC236}">
                    <a16:creationId xmlns:a16="http://schemas.microsoft.com/office/drawing/2014/main" id="{765C8C7E-892B-56E3-64DF-0ACC38DD4CA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4" name="Google Shape;444;p15">
              <a:extLst>
                <a:ext uri="{FF2B5EF4-FFF2-40B4-BE49-F238E27FC236}">
                  <a16:creationId xmlns:a16="http://schemas.microsoft.com/office/drawing/2014/main" id="{05FD898F-ABA0-3370-D8C0-97D26B824B4C}"/>
                </a:ext>
              </a:extLst>
            </p:cNvPr>
            <p:cNvGrpSpPr/>
            <p:nvPr/>
          </p:nvGrpSpPr>
          <p:grpSpPr>
            <a:xfrm>
              <a:off x="3798541" y="0"/>
              <a:ext cx="102352" cy="102352"/>
              <a:chOff x="0" y="0"/>
              <a:chExt cx="812800" cy="812800"/>
            </a:xfrm>
          </p:grpSpPr>
          <p:sp>
            <p:nvSpPr>
              <p:cNvPr id="445" name="Google Shape;445;p15">
                <a:extLst>
                  <a:ext uri="{FF2B5EF4-FFF2-40B4-BE49-F238E27FC236}">
                    <a16:creationId xmlns:a16="http://schemas.microsoft.com/office/drawing/2014/main" id="{A5B5411A-1F4A-1CC8-2AD1-6F73001FA53C}"/>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5">
                <a:extLst>
                  <a:ext uri="{FF2B5EF4-FFF2-40B4-BE49-F238E27FC236}">
                    <a16:creationId xmlns:a16="http://schemas.microsoft.com/office/drawing/2014/main" id="{48161C2D-0D73-DE0A-99F3-06DED0DCD9D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7" name="Google Shape;447;p15">
              <a:extLst>
                <a:ext uri="{FF2B5EF4-FFF2-40B4-BE49-F238E27FC236}">
                  <a16:creationId xmlns:a16="http://schemas.microsoft.com/office/drawing/2014/main" id="{A1A3C4E9-724A-F4B6-B2EB-8936915FDF29}"/>
                </a:ext>
              </a:extLst>
            </p:cNvPr>
            <p:cNvGrpSpPr/>
            <p:nvPr/>
          </p:nvGrpSpPr>
          <p:grpSpPr>
            <a:xfrm>
              <a:off x="12871963" y="0"/>
              <a:ext cx="102352" cy="102352"/>
              <a:chOff x="0" y="0"/>
              <a:chExt cx="812800" cy="812800"/>
            </a:xfrm>
          </p:grpSpPr>
          <p:sp>
            <p:nvSpPr>
              <p:cNvPr id="448" name="Google Shape;448;p15">
                <a:extLst>
                  <a:ext uri="{FF2B5EF4-FFF2-40B4-BE49-F238E27FC236}">
                    <a16:creationId xmlns:a16="http://schemas.microsoft.com/office/drawing/2014/main" id="{E047CF44-FAA1-EEE3-C8F3-3F1C5BE0D0C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5">
                <a:extLst>
                  <a:ext uri="{FF2B5EF4-FFF2-40B4-BE49-F238E27FC236}">
                    <a16:creationId xmlns:a16="http://schemas.microsoft.com/office/drawing/2014/main" id="{A3D2085D-CADF-E712-A23B-5B5E0F09982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0" name="Google Shape;450;p15">
              <a:extLst>
                <a:ext uri="{FF2B5EF4-FFF2-40B4-BE49-F238E27FC236}">
                  <a16:creationId xmlns:a16="http://schemas.microsoft.com/office/drawing/2014/main" id="{313A1611-2EA9-3310-6208-DAB44F781F0F}"/>
                </a:ext>
              </a:extLst>
            </p:cNvPr>
            <p:cNvGrpSpPr/>
            <p:nvPr/>
          </p:nvGrpSpPr>
          <p:grpSpPr>
            <a:xfrm>
              <a:off x="2267103" y="0"/>
              <a:ext cx="102352" cy="102352"/>
              <a:chOff x="0" y="0"/>
              <a:chExt cx="812800" cy="812800"/>
            </a:xfrm>
          </p:grpSpPr>
          <p:sp>
            <p:nvSpPr>
              <p:cNvPr id="451" name="Google Shape;451;p15">
                <a:extLst>
                  <a:ext uri="{FF2B5EF4-FFF2-40B4-BE49-F238E27FC236}">
                    <a16:creationId xmlns:a16="http://schemas.microsoft.com/office/drawing/2014/main" id="{C576F6E2-EB0F-903B-2006-44EBE123EB9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5">
                <a:extLst>
                  <a:ext uri="{FF2B5EF4-FFF2-40B4-BE49-F238E27FC236}">
                    <a16:creationId xmlns:a16="http://schemas.microsoft.com/office/drawing/2014/main" id="{099EABEC-850A-4D92-4E23-F7A8509F90FB}"/>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3" name="Google Shape;453;p15">
              <a:extLst>
                <a:ext uri="{FF2B5EF4-FFF2-40B4-BE49-F238E27FC236}">
                  <a16:creationId xmlns:a16="http://schemas.microsoft.com/office/drawing/2014/main" id="{D3B53166-0CF9-AD3B-ECA2-725EDBF35E36}"/>
                </a:ext>
              </a:extLst>
            </p:cNvPr>
            <p:cNvGrpSpPr/>
            <p:nvPr/>
          </p:nvGrpSpPr>
          <p:grpSpPr>
            <a:xfrm>
              <a:off x="11340525" y="0"/>
              <a:ext cx="102352" cy="102352"/>
              <a:chOff x="0" y="0"/>
              <a:chExt cx="812800" cy="812800"/>
            </a:xfrm>
          </p:grpSpPr>
          <p:sp>
            <p:nvSpPr>
              <p:cNvPr id="454" name="Google Shape;454;p15">
                <a:extLst>
                  <a:ext uri="{FF2B5EF4-FFF2-40B4-BE49-F238E27FC236}">
                    <a16:creationId xmlns:a16="http://schemas.microsoft.com/office/drawing/2014/main" id="{969371AE-2109-67E4-B32B-3C35FC666CA5}"/>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5">
                <a:extLst>
                  <a:ext uri="{FF2B5EF4-FFF2-40B4-BE49-F238E27FC236}">
                    <a16:creationId xmlns:a16="http://schemas.microsoft.com/office/drawing/2014/main" id="{2CF5A3F9-2790-ACE3-2529-98B13B8D74C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6" name="Google Shape;456;p15">
              <a:extLst>
                <a:ext uri="{FF2B5EF4-FFF2-40B4-BE49-F238E27FC236}">
                  <a16:creationId xmlns:a16="http://schemas.microsoft.com/office/drawing/2014/main" id="{D7798894-1208-81FE-8501-669EA5A5EA72}"/>
                </a:ext>
              </a:extLst>
            </p:cNvPr>
            <p:cNvGrpSpPr/>
            <p:nvPr/>
          </p:nvGrpSpPr>
          <p:grpSpPr>
            <a:xfrm>
              <a:off x="4181400" y="0"/>
              <a:ext cx="102352" cy="102352"/>
              <a:chOff x="0" y="0"/>
              <a:chExt cx="812800" cy="812800"/>
            </a:xfrm>
          </p:grpSpPr>
          <p:sp>
            <p:nvSpPr>
              <p:cNvPr id="457" name="Google Shape;457;p15">
                <a:extLst>
                  <a:ext uri="{FF2B5EF4-FFF2-40B4-BE49-F238E27FC236}">
                    <a16:creationId xmlns:a16="http://schemas.microsoft.com/office/drawing/2014/main" id="{8C1C5DF8-17C2-1319-B1CA-24915AB0707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5">
                <a:extLst>
                  <a:ext uri="{FF2B5EF4-FFF2-40B4-BE49-F238E27FC236}">
                    <a16:creationId xmlns:a16="http://schemas.microsoft.com/office/drawing/2014/main" id="{D335ED2C-E42A-C358-4199-CA8AFD90BAB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9" name="Google Shape;459;p15">
              <a:extLst>
                <a:ext uri="{FF2B5EF4-FFF2-40B4-BE49-F238E27FC236}">
                  <a16:creationId xmlns:a16="http://schemas.microsoft.com/office/drawing/2014/main" id="{9267CC98-DAB6-DE04-8CD3-0D662BF41DB2}"/>
                </a:ext>
              </a:extLst>
            </p:cNvPr>
            <p:cNvGrpSpPr/>
            <p:nvPr/>
          </p:nvGrpSpPr>
          <p:grpSpPr>
            <a:xfrm>
              <a:off x="13254822" y="0"/>
              <a:ext cx="102352" cy="102352"/>
              <a:chOff x="0" y="0"/>
              <a:chExt cx="812800" cy="812800"/>
            </a:xfrm>
          </p:grpSpPr>
          <p:sp>
            <p:nvSpPr>
              <p:cNvPr id="460" name="Google Shape;460;p15">
                <a:extLst>
                  <a:ext uri="{FF2B5EF4-FFF2-40B4-BE49-F238E27FC236}">
                    <a16:creationId xmlns:a16="http://schemas.microsoft.com/office/drawing/2014/main" id="{4FA4D3F5-9DC2-6B5F-CFA6-EC1874DCB4C7}"/>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a:extLst>
                  <a:ext uri="{FF2B5EF4-FFF2-40B4-BE49-F238E27FC236}">
                    <a16:creationId xmlns:a16="http://schemas.microsoft.com/office/drawing/2014/main" id="{FC091FC7-39C8-37CE-DBD3-B670A551B541}"/>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5">
              <a:extLst>
                <a:ext uri="{FF2B5EF4-FFF2-40B4-BE49-F238E27FC236}">
                  <a16:creationId xmlns:a16="http://schemas.microsoft.com/office/drawing/2014/main" id="{5D390BAE-1C51-6AD3-1E6B-45DE414B7790}"/>
                </a:ext>
              </a:extLst>
            </p:cNvPr>
            <p:cNvGrpSpPr/>
            <p:nvPr/>
          </p:nvGrpSpPr>
          <p:grpSpPr>
            <a:xfrm>
              <a:off x="2649963" y="0"/>
              <a:ext cx="102352" cy="102352"/>
              <a:chOff x="0" y="0"/>
              <a:chExt cx="812800" cy="812800"/>
            </a:xfrm>
          </p:grpSpPr>
          <p:sp>
            <p:nvSpPr>
              <p:cNvPr id="463" name="Google Shape;463;p15">
                <a:extLst>
                  <a:ext uri="{FF2B5EF4-FFF2-40B4-BE49-F238E27FC236}">
                    <a16:creationId xmlns:a16="http://schemas.microsoft.com/office/drawing/2014/main" id="{3C35EF10-508D-9F67-E8DD-BCC73604DA6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5">
                <a:extLst>
                  <a:ext uri="{FF2B5EF4-FFF2-40B4-BE49-F238E27FC236}">
                    <a16:creationId xmlns:a16="http://schemas.microsoft.com/office/drawing/2014/main" id="{31FD0B64-29AD-7E87-4246-D281B8B0C146}"/>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5" name="Google Shape;465;p15">
              <a:extLst>
                <a:ext uri="{FF2B5EF4-FFF2-40B4-BE49-F238E27FC236}">
                  <a16:creationId xmlns:a16="http://schemas.microsoft.com/office/drawing/2014/main" id="{C53C3678-D453-1332-90F8-737F74FE9673}"/>
                </a:ext>
              </a:extLst>
            </p:cNvPr>
            <p:cNvGrpSpPr/>
            <p:nvPr/>
          </p:nvGrpSpPr>
          <p:grpSpPr>
            <a:xfrm>
              <a:off x="11723384" y="0"/>
              <a:ext cx="102352" cy="102352"/>
              <a:chOff x="0" y="0"/>
              <a:chExt cx="812800" cy="812800"/>
            </a:xfrm>
          </p:grpSpPr>
          <p:sp>
            <p:nvSpPr>
              <p:cNvPr id="466" name="Google Shape;466;p15">
                <a:extLst>
                  <a:ext uri="{FF2B5EF4-FFF2-40B4-BE49-F238E27FC236}">
                    <a16:creationId xmlns:a16="http://schemas.microsoft.com/office/drawing/2014/main" id="{D7AE80A1-84FA-E3B7-28BB-C845FF419F6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5">
                <a:extLst>
                  <a:ext uri="{FF2B5EF4-FFF2-40B4-BE49-F238E27FC236}">
                    <a16:creationId xmlns:a16="http://schemas.microsoft.com/office/drawing/2014/main" id="{A71342F3-7A5A-7583-6E45-B462EE4B391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8" name="Google Shape;468;p15">
              <a:extLst>
                <a:ext uri="{FF2B5EF4-FFF2-40B4-BE49-F238E27FC236}">
                  <a16:creationId xmlns:a16="http://schemas.microsoft.com/office/drawing/2014/main" id="{5AC73B0E-9D1B-28A1-A832-5CB1336BAC7F}"/>
                </a:ext>
              </a:extLst>
            </p:cNvPr>
            <p:cNvGrpSpPr/>
            <p:nvPr/>
          </p:nvGrpSpPr>
          <p:grpSpPr>
            <a:xfrm>
              <a:off x="4564260" y="0"/>
              <a:ext cx="102352" cy="102352"/>
              <a:chOff x="0" y="0"/>
              <a:chExt cx="812800" cy="812800"/>
            </a:xfrm>
          </p:grpSpPr>
          <p:sp>
            <p:nvSpPr>
              <p:cNvPr id="469" name="Google Shape;469;p15">
                <a:extLst>
                  <a:ext uri="{FF2B5EF4-FFF2-40B4-BE49-F238E27FC236}">
                    <a16:creationId xmlns:a16="http://schemas.microsoft.com/office/drawing/2014/main" id="{7C7FFAFE-FEF3-3B17-299C-E3BC2400DF0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a:extLst>
                  <a:ext uri="{FF2B5EF4-FFF2-40B4-BE49-F238E27FC236}">
                    <a16:creationId xmlns:a16="http://schemas.microsoft.com/office/drawing/2014/main" id="{21BEA773-54DD-D6E0-7755-53DE1680D8E3}"/>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1" name="Google Shape;471;p15">
              <a:extLst>
                <a:ext uri="{FF2B5EF4-FFF2-40B4-BE49-F238E27FC236}">
                  <a16:creationId xmlns:a16="http://schemas.microsoft.com/office/drawing/2014/main" id="{DBF1066F-614A-8C0A-0F70-3759948154CD}"/>
                </a:ext>
              </a:extLst>
            </p:cNvPr>
            <p:cNvGrpSpPr/>
            <p:nvPr/>
          </p:nvGrpSpPr>
          <p:grpSpPr>
            <a:xfrm>
              <a:off x="13637681" y="0"/>
              <a:ext cx="102352" cy="102352"/>
              <a:chOff x="0" y="0"/>
              <a:chExt cx="812800" cy="812800"/>
            </a:xfrm>
          </p:grpSpPr>
          <p:sp>
            <p:nvSpPr>
              <p:cNvPr id="472" name="Google Shape;472;p15">
                <a:extLst>
                  <a:ext uri="{FF2B5EF4-FFF2-40B4-BE49-F238E27FC236}">
                    <a16:creationId xmlns:a16="http://schemas.microsoft.com/office/drawing/2014/main" id="{E7A2AD74-0FFB-799E-4C7A-CD6E3470288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a:extLst>
                  <a:ext uri="{FF2B5EF4-FFF2-40B4-BE49-F238E27FC236}">
                    <a16:creationId xmlns:a16="http://schemas.microsoft.com/office/drawing/2014/main" id="{37DF7673-08B7-DB1A-4C73-4FFBE4324067}"/>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4" name="Google Shape;474;p15">
              <a:extLst>
                <a:ext uri="{FF2B5EF4-FFF2-40B4-BE49-F238E27FC236}">
                  <a16:creationId xmlns:a16="http://schemas.microsoft.com/office/drawing/2014/main" id="{ABCF33B8-5D65-18E0-4CD9-6DDDB14979FD}"/>
                </a:ext>
              </a:extLst>
            </p:cNvPr>
            <p:cNvGrpSpPr/>
            <p:nvPr/>
          </p:nvGrpSpPr>
          <p:grpSpPr>
            <a:xfrm>
              <a:off x="3032822" y="0"/>
              <a:ext cx="102352" cy="102352"/>
              <a:chOff x="0" y="0"/>
              <a:chExt cx="812800" cy="812800"/>
            </a:xfrm>
          </p:grpSpPr>
          <p:sp>
            <p:nvSpPr>
              <p:cNvPr id="475" name="Google Shape;475;p15">
                <a:extLst>
                  <a:ext uri="{FF2B5EF4-FFF2-40B4-BE49-F238E27FC236}">
                    <a16:creationId xmlns:a16="http://schemas.microsoft.com/office/drawing/2014/main" id="{6D2B523A-3D39-DBB5-6443-D6D2DD8F654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a:extLst>
                  <a:ext uri="{FF2B5EF4-FFF2-40B4-BE49-F238E27FC236}">
                    <a16:creationId xmlns:a16="http://schemas.microsoft.com/office/drawing/2014/main" id="{F1FAF5A7-7D47-29CA-E866-29D99AF93D5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7" name="Google Shape;477;p15">
              <a:extLst>
                <a:ext uri="{FF2B5EF4-FFF2-40B4-BE49-F238E27FC236}">
                  <a16:creationId xmlns:a16="http://schemas.microsoft.com/office/drawing/2014/main" id="{D1A62AC7-A959-E672-9062-4B17E7408F59}"/>
                </a:ext>
              </a:extLst>
            </p:cNvPr>
            <p:cNvGrpSpPr/>
            <p:nvPr/>
          </p:nvGrpSpPr>
          <p:grpSpPr>
            <a:xfrm>
              <a:off x="12106244" y="0"/>
              <a:ext cx="102352" cy="102352"/>
              <a:chOff x="0" y="0"/>
              <a:chExt cx="812800" cy="812800"/>
            </a:xfrm>
          </p:grpSpPr>
          <p:sp>
            <p:nvSpPr>
              <p:cNvPr id="478" name="Google Shape;478;p15">
                <a:extLst>
                  <a:ext uri="{FF2B5EF4-FFF2-40B4-BE49-F238E27FC236}">
                    <a16:creationId xmlns:a16="http://schemas.microsoft.com/office/drawing/2014/main" id="{82471E26-6658-03C3-FA89-C398FE135CA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5">
                <a:extLst>
                  <a:ext uri="{FF2B5EF4-FFF2-40B4-BE49-F238E27FC236}">
                    <a16:creationId xmlns:a16="http://schemas.microsoft.com/office/drawing/2014/main" id="{16ABC4FF-DF8F-3522-9264-CFB2CAA58565}"/>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0" name="Google Shape;480;p15">
              <a:extLst>
                <a:ext uri="{FF2B5EF4-FFF2-40B4-BE49-F238E27FC236}">
                  <a16:creationId xmlns:a16="http://schemas.microsoft.com/office/drawing/2014/main" id="{FAB9E331-7DCC-44D2-BDA1-D378331678D8}"/>
                </a:ext>
              </a:extLst>
            </p:cNvPr>
            <p:cNvGrpSpPr/>
            <p:nvPr/>
          </p:nvGrpSpPr>
          <p:grpSpPr>
            <a:xfrm>
              <a:off x="4947119" y="0"/>
              <a:ext cx="102352" cy="102352"/>
              <a:chOff x="0" y="0"/>
              <a:chExt cx="812800" cy="812800"/>
            </a:xfrm>
          </p:grpSpPr>
          <p:sp>
            <p:nvSpPr>
              <p:cNvPr id="481" name="Google Shape;481;p15">
                <a:extLst>
                  <a:ext uri="{FF2B5EF4-FFF2-40B4-BE49-F238E27FC236}">
                    <a16:creationId xmlns:a16="http://schemas.microsoft.com/office/drawing/2014/main" id="{F13EA128-69D7-45E4-2BA5-846BE7854CE1}"/>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a:extLst>
                  <a:ext uri="{FF2B5EF4-FFF2-40B4-BE49-F238E27FC236}">
                    <a16:creationId xmlns:a16="http://schemas.microsoft.com/office/drawing/2014/main" id="{F2100351-A2AD-9451-6250-F33318F11822}"/>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3" name="Google Shape;483;p15">
              <a:extLst>
                <a:ext uri="{FF2B5EF4-FFF2-40B4-BE49-F238E27FC236}">
                  <a16:creationId xmlns:a16="http://schemas.microsoft.com/office/drawing/2014/main" id="{347B76D6-2031-D307-10CF-3C7D736F98D4}"/>
                </a:ext>
              </a:extLst>
            </p:cNvPr>
            <p:cNvGrpSpPr/>
            <p:nvPr/>
          </p:nvGrpSpPr>
          <p:grpSpPr>
            <a:xfrm>
              <a:off x="14020541" y="0"/>
              <a:ext cx="102352" cy="102352"/>
              <a:chOff x="0" y="0"/>
              <a:chExt cx="812800" cy="812800"/>
            </a:xfrm>
          </p:grpSpPr>
          <p:sp>
            <p:nvSpPr>
              <p:cNvPr id="484" name="Google Shape;484;p15">
                <a:extLst>
                  <a:ext uri="{FF2B5EF4-FFF2-40B4-BE49-F238E27FC236}">
                    <a16:creationId xmlns:a16="http://schemas.microsoft.com/office/drawing/2014/main" id="{71618D96-D152-5B09-5359-B8EC4A34B67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5">
                <a:extLst>
                  <a:ext uri="{FF2B5EF4-FFF2-40B4-BE49-F238E27FC236}">
                    <a16:creationId xmlns:a16="http://schemas.microsoft.com/office/drawing/2014/main" id="{DF1BA50F-2A4E-84F1-7C0A-B46BD60B1201}"/>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6" name="Google Shape;486;p15">
              <a:extLst>
                <a:ext uri="{FF2B5EF4-FFF2-40B4-BE49-F238E27FC236}">
                  <a16:creationId xmlns:a16="http://schemas.microsoft.com/office/drawing/2014/main" id="{D14BF527-FD90-FC3A-45AA-877D2836BA3A}"/>
                </a:ext>
              </a:extLst>
            </p:cNvPr>
            <p:cNvGrpSpPr/>
            <p:nvPr/>
          </p:nvGrpSpPr>
          <p:grpSpPr>
            <a:xfrm>
              <a:off x="3415681" y="0"/>
              <a:ext cx="102352" cy="102352"/>
              <a:chOff x="0" y="0"/>
              <a:chExt cx="812800" cy="812800"/>
            </a:xfrm>
          </p:grpSpPr>
          <p:sp>
            <p:nvSpPr>
              <p:cNvPr id="487" name="Google Shape;487;p15">
                <a:extLst>
                  <a:ext uri="{FF2B5EF4-FFF2-40B4-BE49-F238E27FC236}">
                    <a16:creationId xmlns:a16="http://schemas.microsoft.com/office/drawing/2014/main" id="{3B859029-3AFE-7145-177F-8479877DE84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a:extLst>
                  <a:ext uri="{FF2B5EF4-FFF2-40B4-BE49-F238E27FC236}">
                    <a16:creationId xmlns:a16="http://schemas.microsoft.com/office/drawing/2014/main" id="{9063588D-E1AB-11D2-F63F-3728FA8D562D}"/>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9" name="Google Shape;489;p15">
              <a:extLst>
                <a:ext uri="{FF2B5EF4-FFF2-40B4-BE49-F238E27FC236}">
                  <a16:creationId xmlns:a16="http://schemas.microsoft.com/office/drawing/2014/main" id="{51FF8A07-DDD5-4D0C-0273-14EC4CF15856}"/>
                </a:ext>
              </a:extLst>
            </p:cNvPr>
            <p:cNvGrpSpPr/>
            <p:nvPr/>
          </p:nvGrpSpPr>
          <p:grpSpPr>
            <a:xfrm>
              <a:off x="12489103" y="0"/>
              <a:ext cx="102352" cy="102352"/>
              <a:chOff x="0" y="0"/>
              <a:chExt cx="812800" cy="812800"/>
            </a:xfrm>
          </p:grpSpPr>
          <p:sp>
            <p:nvSpPr>
              <p:cNvPr id="490" name="Google Shape;490;p15">
                <a:extLst>
                  <a:ext uri="{FF2B5EF4-FFF2-40B4-BE49-F238E27FC236}">
                    <a16:creationId xmlns:a16="http://schemas.microsoft.com/office/drawing/2014/main" id="{9AFA7210-0CDE-D0F9-BF66-634C80B02EC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5">
                <a:extLst>
                  <a:ext uri="{FF2B5EF4-FFF2-40B4-BE49-F238E27FC236}">
                    <a16:creationId xmlns:a16="http://schemas.microsoft.com/office/drawing/2014/main" id="{5A394B57-6D95-1736-616B-1B69D7781ED4}"/>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2" name="Google Shape;492;p15">
              <a:extLst>
                <a:ext uri="{FF2B5EF4-FFF2-40B4-BE49-F238E27FC236}">
                  <a16:creationId xmlns:a16="http://schemas.microsoft.com/office/drawing/2014/main" id="{8DCE1BC4-32FF-F121-859F-68500A9EBA52}"/>
                </a:ext>
              </a:extLst>
            </p:cNvPr>
            <p:cNvGrpSpPr/>
            <p:nvPr/>
          </p:nvGrpSpPr>
          <p:grpSpPr>
            <a:xfrm>
              <a:off x="3607111" y="0"/>
              <a:ext cx="102352" cy="102352"/>
              <a:chOff x="0" y="0"/>
              <a:chExt cx="812800" cy="812800"/>
            </a:xfrm>
          </p:grpSpPr>
          <p:sp>
            <p:nvSpPr>
              <p:cNvPr id="493" name="Google Shape;493;p15">
                <a:extLst>
                  <a:ext uri="{FF2B5EF4-FFF2-40B4-BE49-F238E27FC236}">
                    <a16:creationId xmlns:a16="http://schemas.microsoft.com/office/drawing/2014/main" id="{E4D4748C-AC50-0E88-36D9-E158D8C9E40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5">
                <a:extLst>
                  <a:ext uri="{FF2B5EF4-FFF2-40B4-BE49-F238E27FC236}">
                    <a16:creationId xmlns:a16="http://schemas.microsoft.com/office/drawing/2014/main" id="{04F35F9E-B63C-5903-12F6-DE134E38F08F}"/>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5" name="Google Shape;495;p15">
              <a:extLst>
                <a:ext uri="{FF2B5EF4-FFF2-40B4-BE49-F238E27FC236}">
                  <a16:creationId xmlns:a16="http://schemas.microsoft.com/office/drawing/2014/main" id="{1273A6AF-AFBC-B697-2D82-F16F2E70B038}"/>
                </a:ext>
              </a:extLst>
            </p:cNvPr>
            <p:cNvGrpSpPr/>
            <p:nvPr/>
          </p:nvGrpSpPr>
          <p:grpSpPr>
            <a:xfrm>
              <a:off x="12680533" y="0"/>
              <a:ext cx="102352" cy="102352"/>
              <a:chOff x="0" y="0"/>
              <a:chExt cx="812800" cy="812800"/>
            </a:xfrm>
          </p:grpSpPr>
          <p:sp>
            <p:nvSpPr>
              <p:cNvPr id="496" name="Google Shape;496;p15">
                <a:extLst>
                  <a:ext uri="{FF2B5EF4-FFF2-40B4-BE49-F238E27FC236}">
                    <a16:creationId xmlns:a16="http://schemas.microsoft.com/office/drawing/2014/main" id="{C23031FA-4D54-5C98-91B8-A49F98A5449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5">
                <a:extLst>
                  <a:ext uri="{FF2B5EF4-FFF2-40B4-BE49-F238E27FC236}">
                    <a16:creationId xmlns:a16="http://schemas.microsoft.com/office/drawing/2014/main" id="{39457B6F-59E1-AADC-82F2-AA365AFC9680}"/>
                  </a:ext>
                </a:extLst>
              </p:cNvPr>
              <p:cNvSpPr txBox="1"/>
              <p:nvPr/>
            </p:nvSpPr>
            <p:spPr>
              <a:xfrm>
                <a:off x="76200" y="0"/>
                <a:ext cx="660400" cy="736600"/>
              </a:xfrm>
              <a:prstGeom prst="rect">
                <a:avLst/>
              </a:prstGeom>
              <a:noFill/>
              <a:ln>
                <a:noFill/>
              </a:ln>
            </p:spPr>
            <p:txBody>
              <a:bodyPr spcFirstLastPara="1" wrap="square" lIns="61600" tIns="61600" rIns="61600" bIns="61600" anchor="ctr" anchorCtr="0">
                <a:noAutofit/>
              </a:bodyPr>
              <a:lstStyle/>
              <a:p>
                <a:pPr marL="0" marR="0" lvl="0" indent="0" algn="ctr" rtl="0">
                  <a:lnSpc>
                    <a:spcPct val="185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 name="TextBox 1">
            <a:extLst>
              <a:ext uri="{FF2B5EF4-FFF2-40B4-BE49-F238E27FC236}">
                <a16:creationId xmlns:a16="http://schemas.microsoft.com/office/drawing/2014/main" id="{7C972138-9DA5-3204-4416-895884D7A496}"/>
              </a:ext>
            </a:extLst>
          </p:cNvPr>
          <p:cNvSpPr txBox="1"/>
          <p:nvPr/>
        </p:nvSpPr>
        <p:spPr>
          <a:xfrm>
            <a:off x="611948" y="3949382"/>
            <a:ext cx="7547428" cy="3785652"/>
          </a:xfrm>
          <a:prstGeom prst="rect">
            <a:avLst/>
          </a:prstGeom>
          <a:noFill/>
        </p:spPr>
        <p:txBody>
          <a:bodyPr wrap="square" rtlCol="0">
            <a:spAutoFit/>
          </a:bodyPr>
          <a:lstStyle/>
          <a:p>
            <a:pPr marL="285750" indent="-285750">
              <a:buFont typeface="Arial" panose="020B0604020202020204" pitchFamily="34" charset="0"/>
              <a:buChar char="•"/>
            </a:pPr>
            <a:r>
              <a:rPr lang="vi-VN" sz="1600" dirty="0"/>
              <a:t>Mô hình “VietAI/gpt-neo-1.3B-vietnamese-news” được phát hành trên Hugging Face</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vi-VN" sz="1600" dirty="0"/>
              <a:t>Mục tiêu: là mô hình ngôn ngữ lớn (causal language model) cho tiếng Việt, được huấn luyện/finetune trên dữ liệu “news” tiếng Việt</a:t>
            </a:r>
            <a:endParaRPr lang="en-US" sz="1600" dirty="0"/>
          </a:p>
          <a:p>
            <a:endParaRPr lang="en-US" sz="1600" dirty="0"/>
          </a:p>
          <a:p>
            <a:pPr marL="285750" indent="-285750">
              <a:buFont typeface="Arial" panose="020B0604020202020204" pitchFamily="34" charset="0"/>
              <a:buChar char="•"/>
            </a:pPr>
            <a:r>
              <a:rPr lang="vi-VN" sz="1600" dirty="0"/>
              <a:t>Một số thông số chính:</a:t>
            </a:r>
            <a:endParaRPr lang="en-US" sz="1600" dirty="0"/>
          </a:p>
          <a:p>
            <a:r>
              <a:rPr lang="en-US" sz="1600" dirty="0"/>
              <a:t>	</a:t>
            </a:r>
            <a:r>
              <a:rPr lang="vi-VN" sz="1600" dirty="0"/>
              <a:t>Kích thước: ~1.3 tỷ (1.3B) tham số (dựa trên kiến trúc GPT-Neo</a:t>
            </a:r>
            <a:r>
              <a:rPr lang="en-US" sz="1600" dirty="0"/>
              <a:t>)</a:t>
            </a:r>
          </a:p>
          <a:p>
            <a:r>
              <a:rPr lang="en-US" sz="1600" dirty="0"/>
              <a:t>	</a:t>
            </a:r>
            <a:r>
              <a:rPr lang="vi-VN" sz="1600" dirty="0"/>
              <a:t>Mô hình causal LM: sử dụng AutoModelForCausalLM</a:t>
            </a:r>
            <a:endParaRPr lang="en-US" sz="1600" dirty="0"/>
          </a:p>
          <a:p>
            <a:r>
              <a:rPr lang="en-US" sz="1600" dirty="0"/>
              <a:t>	</a:t>
            </a:r>
            <a:r>
              <a:rPr lang="vi-VN" sz="1600" dirty="0"/>
              <a:t>Tokenizer: AutoTokenizer tải từ “VietAI/gpt-neo-1.3B-vietnamese-news”.</a:t>
            </a:r>
            <a:endParaRPr lang="en-US" sz="1600" dirty="0"/>
          </a:p>
          <a:p>
            <a:endParaRPr lang="en-US" sz="1600" dirty="0"/>
          </a:p>
          <a:p>
            <a:pPr marL="285750" indent="-285750">
              <a:buFont typeface="Arial" panose="020B0604020202020204" pitchFamily="34" charset="0"/>
              <a:buChar char="•"/>
            </a:pPr>
            <a:r>
              <a:rPr lang="vi-VN" sz="1600" dirty="0"/>
              <a:t>Đây là một mô hình LLM tiếng Việt chuyên biệt, rất phù hợp để sinh văn bản, trả lời, tạo nội dung tiếng Việt — nếu bạn build chatbot hỗ trợ thuế, có thể dùng làm base và fine-tune thêm.</a:t>
            </a:r>
          </a:p>
        </p:txBody>
      </p:sp>
      <p:pic>
        <p:nvPicPr>
          <p:cNvPr id="5" name="Picture 4" descr="A close-up of a logo&#10;&#10;AI-generated content may be incorrect.">
            <a:extLst>
              <a:ext uri="{FF2B5EF4-FFF2-40B4-BE49-F238E27FC236}">
                <a16:creationId xmlns:a16="http://schemas.microsoft.com/office/drawing/2014/main" id="{38C9F209-870A-337E-A51D-4FEFC26FEDCF}"/>
              </a:ext>
            </a:extLst>
          </p:cNvPr>
          <p:cNvPicPr>
            <a:picLocks noChangeAspect="1"/>
          </p:cNvPicPr>
          <p:nvPr/>
        </p:nvPicPr>
        <p:blipFill>
          <a:blip r:embed="rId5"/>
          <a:srcRect l="749"/>
          <a:stretch>
            <a:fillRect/>
          </a:stretch>
        </p:blipFill>
        <p:spPr>
          <a:xfrm>
            <a:off x="9620622" y="2210745"/>
            <a:ext cx="6166244" cy="7258161"/>
          </a:xfrm>
          <a:prstGeom prst="rect">
            <a:avLst/>
          </a:prstGeom>
        </p:spPr>
      </p:pic>
    </p:spTree>
    <p:extLst>
      <p:ext uri="{BB962C8B-B14F-4D97-AF65-F5344CB8AC3E}">
        <p14:creationId xmlns:p14="http://schemas.microsoft.com/office/powerpoint/2010/main" val="1280362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530">
          <a:extLst>
            <a:ext uri="{FF2B5EF4-FFF2-40B4-BE49-F238E27FC236}">
              <a16:creationId xmlns:a16="http://schemas.microsoft.com/office/drawing/2014/main" id="{75324EE0-9CB1-C8F5-469E-D09D7023F6E6}"/>
            </a:ext>
          </a:extLst>
        </p:cNvPr>
        <p:cNvGrpSpPr/>
        <p:nvPr/>
      </p:nvGrpSpPr>
      <p:grpSpPr>
        <a:xfrm>
          <a:off x="0" y="0"/>
          <a:ext cx="0" cy="0"/>
          <a:chOff x="0" y="0"/>
          <a:chExt cx="0" cy="0"/>
        </a:xfrm>
      </p:grpSpPr>
      <p:sp>
        <p:nvSpPr>
          <p:cNvPr id="4" name="Google Shape;262;p15">
            <a:extLst>
              <a:ext uri="{FF2B5EF4-FFF2-40B4-BE49-F238E27FC236}">
                <a16:creationId xmlns:a16="http://schemas.microsoft.com/office/drawing/2014/main" id="{78901687-F922-7764-B3C4-8BD094118E3C}"/>
              </a:ext>
            </a:extLst>
          </p:cNvPr>
          <p:cNvSpPr txBox="1"/>
          <p:nvPr/>
        </p:nvSpPr>
        <p:spPr>
          <a:xfrm>
            <a:off x="1741714" y="-334900"/>
            <a:ext cx="11972620" cy="175907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165" dirty="0">
                <a:latin typeface="Josefin Sans Light"/>
                <a:sym typeface="Josefin Sans Light"/>
              </a:rPr>
              <a:t>	 	Unstructured</a:t>
            </a:r>
            <a:endParaRPr dirty="0"/>
          </a:p>
        </p:txBody>
      </p:sp>
      <p:sp>
        <p:nvSpPr>
          <p:cNvPr id="5" name="TextBox 4">
            <a:extLst>
              <a:ext uri="{FF2B5EF4-FFF2-40B4-BE49-F238E27FC236}">
                <a16:creationId xmlns:a16="http://schemas.microsoft.com/office/drawing/2014/main" id="{82B6A7C8-D18E-17B5-75A1-B742EC759D8F}"/>
              </a:ext>
            </a:extLst>
          </p:cNvPr>
          <p:cNvSpPr txBox="1"/>
          <p:nvPr/>
        </p:nvSpPr>
        <p:spPr>
          <a:xfrm>
            <a:off x="188684" y="1944914"/>
            <a:ext cx="10014857" cy="6986528"/>
          </a:xfrm>
          <a:prstGeom prst="rect">
            <a:avLst/>
          </a:prstGeom>
          <a:noFill/>
        </p:spPr>
        <p:txBody>
          <a:bodyPr wrap="square" rtlCol="0">
            <a:spAutoFit/>
          </a:bodyPr>
          <a:lstStyle/>
          <a:p>
            <a:pPr marL="285750" indent="-285750">
              <a:buFont typeface="Arial" panose="020B0604020202020204" pitchFamily="34" charset="0"/>
              <a:buChar char="•"/>
            </a:pPr>
            <a:r>
              <a:rPr lang="vi-VN" sz="1600" b="1" dirty="0"/>
              <a:t>unstructured</a:t>
            </a:r>
            <a:r>
              <a:rPr lang="vi-VN" sz="1600" dirty="0"/>
              <a:t> là thư viện mã nguồn mở, mục tiêu là </a:t>
            </a:r>
            <a:r>
              <a:rPr lang="vi-VN" sz="1600" b="1" dirty="0"/>
              <a:t>ingest (nhập) và tiền xử lý</a:t>
            </a:r>
            <a:r>
              <a:rPr lang="vi-VN" sz="1600" dirty="0"/>
              <a:t> các tài liệu “không cấu trúc” như PDF, Word, HTML, email, hình ảnh, v.v. để đưa vào các hệ thống như học máy, mô hình ngôn ngữ lớn (LLM) hoặc RAG. </a:t>
            </a:r>
            <a:endParaRPr lang="en-US" sz="1600" dirty="0"/>
          </a:p>
          <a:p>
            <a:endParaRPr lang="en-US" sz="1600" dirty="0"/>
          </a:p>
          <a:p>
            <a:pPr marL="285750" indent="-285750">
              <a:buFont typeface="Arial" panose="020B0604020202020204" pitchFamily="34" charset="0"/>
              <a:buChar char="•"/>
            </a:pPr>
            <a:r>
              <a:rPr lang="en-US" sz="1600" b="1" dirty="0"/>
              <a:t>Các </a:t>
            </a:r>
            <a:r>
              <a:rPr lang="en-US" sz="1600" b="1" dirty="0" err="1"/>
              <a:t>tính</a:t>
            </a:r>
            <a:r>
              <a:rPr lang="en-US" sz="1600" b="1" dirty="0"/>
              <a:t> </a:t>
            </a:r>
            <a:r>
              <a:rPr lang="en-US" sz="1600" b="1" dirty="0" err="1"/>
              <a:t>năng</a:t>
            </a:r>
            <a:r>
              <a:rPr lang="en-US" sz="1600" b="1" dirty="0"/>
              <a:t> </a:t>
            </a:r>
            <a:r>
              <a:rPr lang="en-US" sz="1600" b="1" dirty="0" err="1"/>
              <a:t>nổi</a:t>
            </a:r>
            <a:r>
              <a:rPr lang="en-US" sz="1600" b="1" dirty="0"/>
              <a:t> </a:t>
            </a:r>
            <a:r>
              <a:rPr lang="en-US" sz="1600" b="1" dirty="0" err="1"/>
              <a:t>bật</a:t>
            </a:r>
            <a:r>
              <a:rPr lang="en-US" sz="1600" b="1" dirty="0"/>
              <a:t> :</a:t>
            </a:r>
            <a:br>
              <a:rPr lang="en-US" sz="1600" dirty="0"/>
            </a:br>
            <a:r>
              <a:rPr lang="en-US" sz="1600" b="1" dirty="0"/>
              <a:t>	</a:t>
            </a:r>
            <a:r>
              <a:rPr lang="vi-VN" sz="1600" dirty="0"/>
              <a:t>Cleaning  </a:t>
            </a:r>
            <a:r>
              <a:rPr lang="en-US" sz="1600" dirty="0"/>
              <a:t>(</a:t>
            </a:r>
            <a:r>
              <a:rPr lang="vi-VN" sz="1600" dirty="0"/>
              <a:t>Làm sạch</a:t>
            </a:r>
            <a:r>
              <a:rPr lang="en-US" sz="1600" dirty="0"/>
              <a:t>)</a:t>
            </a:r>
            <a:r>
              <a:rPr lang="vi-VN" sz="1600" dirty="0"/>
              <a:t>: Loại bỏ phần không cần thiết (ví dụ header/footer, số trang, ký tự đặc biệt) </a:t>
            </a:r>
            <a:r>
              <a:rPr lang="en-US" sz="1600" dirty="0"/>
              <a:t>	</a:t>
            </a:r>
            <a:r>
              <a:rPr lang="vi-VN" sz="1600" dirty="0"/>
              <a:t>để chuẩn bị cho bước tiếp theo</a:t>
            </a:r>
            <a:endParaRPr lang="en-US" sz="1600" dirty="0"/>
          </a:p>
          <a:p>
            <a:endParaRPr lang="en-US" sz="1600" dirty="0"/>
          </a:p>
          <a:p>
            <a:r>
              <a:rPr lang="en-US" sz="1600" b="1" dirty="0"/>
              <a:t>	</a:t>
            </a:r>
            <a:r>
              <a:rPr lang="vi-VN" sz="1600" dirty="0"/>
              <a:t>Chunking: Chia nhỏ thành các đoạn (chunks) chứa nội dung vừa đủ để đưa vào mô hình </a:t>
            </a:r>
            <a:r>
              <a:rPr lang="en-US" sz="1600" dirty="0"/>
              <a:t>	</a:t>
            </a:r>
            <a:r>
              <a:rPr lang="vi-VN" sz="1600" dirty="0"/>
              <a:t>embedding hoặc LLM (ví dụ: mỗi chunk tối đa x từ). unstructured hỗ trợ chunking có “ý nghĩa” hơn </a:t>
            </a:r>
            <a:r>
              <a:rPr lang="en-US" sz="1600" dirty="0"/>
              <a:t>	</a:t>
            </a:r>
            <a:r>
              <a:rPr lang="vi-VN" sz="1600" dirty="0"/>
              <a:t>là chỉ chia theo ký tự hay từ.</a:t>
            </a:r>
            <a:endParaRPr lang="en-US" sz="1600" dirty="0"/>
          </a:p>
          <a:p>
            <a:endParaRPr lang="en-US" sz="1600" dirty="0"/>
          </a:p>
          <a:p>
            <a:r>
              <a:rPr lang="en-US" sz="1600" b="1" dirty="0"/>
              <a:t>	</a:t>
            </a:r>
            <a:r>
              <a:rPr lang="vi-VN" sz="1600" dirty="0"/>
              <a:t>Metadata extraction: Gắn metadata như filename, filetype, page_number, vị trí trên trang, v.v. Ví </a:t>
            </a:r>
            <a:r>
              <a:rPr lang="en-US" sz="1600" dirty="0"/>
              <a:t>	</a:t>
            </a:r>
            <a:r>
              <a:rPr lang="vi-VN" sz="1600" dirty="0"/>
              <a:t>dụ: khi dùng convert_to_dict, bạn có thể lấy metadata mỗi element.</a:t>
            </a:r>
            <a:endParaRPr lang="en-US" sz="1600" dirty="0"/>
          </a:p>
          <a:p>
            <a:endParaRPr lang="en-US" sz="1600" dirty="0"/>
          </a:p>
          <a:p>
            <a:r>
              <a:rPr lang="en-US" sz="1600" b="1" dirty="0"/>
              <a:t>	</a:t>
            </a:r>
            <a:r>
              <a:rPr lang="vi-VN" sz="1600" dirty="0"/>
              <a:t>Hỗ trợ nhiều định dạng tài liệu: PDF, DOCX, PPTX, HTML, Markdown, CSV, EPUB, hình ảnh, </a:t>
            </a:r>
            <a:r>
              <a:rPr lang="en-US" sz="1600" dirty="0"/>
              <a:t>	</a:t>
            </a:r>
            <a:r>
              <a:rPr lang="vi-VN" sz="1600" dirty="0"/>
              <a:t>v.v. </a:t>
            </a:r>
            <a:endParaRPr lang="en-US" sz="1600" dirty="0"/>
          </a:p>
          <a:p>
            <a:pPr marL="285750" indent="-285750">
              <a:buFont typeface="Arial" panose="020B0604020202020204" pitchFamily="34" charset="0"/>
              <a:buChar char="•"/>
            </a:pPr>
            <a:r>
              <a:rPr lang="en-US" sz="1600" b="1" dirty="0" err="1"/>
              <a:t>Điểm</a:t>
            </a:r>
            <a:r>
              <a:rPr lang="en-US" sz="1600" b="1" dirty="0"/>
              <a:t> </a:t>
            </a:r>
            <a:r>
              <a:rPr lang="en-US" sz="1600" b="1" dirty="0" err="1"/>
              <a:t>hạn</a:t>
            </a:r>
            <a:r>
              <a:rPr lang="en-US" sz="1600" b="1" dirty="0"/>
              <a:t> </a:t>
            </a:r>
            <a:r>
              <a:rPr lang="en-US" sz="1600" b="1" dirty="0" err="1"/>
              <a:t>chế</a:t>
            </a:r>
            <a:r>
              <a:rPr lang="en-US" sz="1600" b="1" dirty="0"/>
              <a:t>:</a:t>
            </a:r>
          </a:p>
          <a:p>
            <a:r>
              <a:rPr lang="en-US" sz="1600" dirty="0"/>
              <a:t>	</a:t>
            </a:r>
            <a:r>
              <a:rPr lang="vi-VN" sz="1600" dirty="0"/>
              <a:t>Mặc dù mạnh, phiên bản “open-source library” có một số giới hạn so với phiên bản sản phẩm </a:t>
            </a:r>
            <a:r>
              <a:rPr lang="en-US" sz="1600" dirty="0"/>
              <a:t>	</a:t>
            </a:r>
            <a:r>
              <a:rPr lang="vi-VN" sz="1600" dirty="0"/>
              <a:t>doanh nghiệp của Unstructured (UI/API) — ví dụ: khả năng xử lý ảnh, bảng phức tạp, OCR mạnh </a:t>
            </a:r>
            <a:r>
              <a:rPr lang="en-US" sz="1600" dirty="0"/>
              <a:t>	</a:t>
            </a:r>
            <a:r>
              <a:rPr lang="vi-VN" sz="1600" dirty="0"/>
              <a:t>hơn có thể bị giới hạn</a:t>
            </a:r>
            <a:endParaRPr lang="en-US" sz="1600" dirty="0"/>
          </a:p>
          <a:p>
            <a:pPr lvl="2"/>
            <a:r>
              <a:rPr lang="en-US" sz="1600" dirty="0"/>
              <a:t>	</a:t>
            </a:r>
            <a:r>
              <a:rPr lang="vi-VN" sz="1600" dirty="0"/>
              <a:t> </a:t>
            </a:r>
            <a:endParaRPr lang="en-US" sz="1600" dirty="0"/>
          </a:p>
          <a:p>
            <a:pPr lvl="2"/>
            <a:r>
              <a:rPr lang="en-US" sz="1600" dirty="0"/>
              <a:t>	S</a:t>
            </a:r>
            <a:r>
              <a:rPr lang="vi-VN" sz="1600" dirty="0"/>
              <a:t>ẽ cần cài thêm các phụ thuộc hệ thống nếu xử lý PDF/ảnh: ví dụ poppler-utils, tesseract-ocr, </a:t>
            </a:r>
            <a:r>
              <a:rPr lang="en-US" sz="1600" dirty="0"/>
              <a:t>	</a:t>
            </a:r>
            <a:r>
              <a:rPr lang="vi-VN" sz="1600" dirty="0"/>
              <a:t>libreoffice, v.v</a:t>
            </a:r>
            <a:endParaRPr lang="en-US" sz="1600" dirty="0"/>
          </a:p>
          <a:p>
            <a:pPr lvl="2"/>
            <a:r>
              <a:rPr lang="en-US" sz="1600" dirty="0"/>
              <a:t>	</a:t>
            </a:r>
          </a:p>
          <a:p>
            <a:pPr lvl="2"/>
            <a:r>
              <a:rPr lang="en-US" sz="1600" dirty="0"/>
              <a:t>	</a:t>
            </a:r>
            <a:r>
              <a:rPr lang="vi-VN" sz="1600" dirty="0"/>
              <a:t>Khi chunk tài liệu luật lớn, cần cân nhắc cách chunk sao cho mỗi đoạn không quá dài để </a:t>
            </a:r>
            <a:r>
              <a:rPr lang="en-US" sz="1600" dirty="0"/>
              <a:t>	</a:t>
            </a:r>
            <a:r>
              <a:rPr lang="vi-VN" sz="1600" dirty="0"/>
              <a:t>embedding hiệu quả và retrieval tốt — điều này không phải tự động mà bạn cần thiết lập logic phù </a:t>
            </a:r>
            <a:r>
              <a:rPr lang="en-US" sz="1600" dirty="0"/>
              <a:t>	</a:t>
            </a:r>
            <a:r>
              <a:rPr lang="vi-VN" sz="1600" dirty="0"/>
              <a:t>hợp.</a:t>
            </a:r>
            <a:endParaRPr lang="en-US" sz="1600" dirty="0"/>
          </a:p>
        </p:txBody>
      </p:sp>
      <p:pic>
        <p:nvPicPr>
          <p:cNvPr id="6" name="Picture 5" descr="A blue square with black text&#10;&#10;AI-generated content may be incorrect.">
            <a:extLst>
              <a:ext uri="{FF2B5EF4-FFF2-40B4-BE49-F238E27FC236}">
                <a16:creationId xmlns:a16="http://schemas.microsoft.com/office/drawing/2014/main" id="{0747C85C-4BA1-AA2C-938D-820C3FE93A80}"/>
              </a:ext>
            </a:extLst>
          </p:cNvPr>
          <p:cNvPicPr>
            <a:picLocks noChangeAspect="1"/>
          </p:cNvPicPr>
          <p:nvPr/>
        </p:nvPicPr>
        <p:blipFill>
          <a:blip r:embed="rId3"/>
          <a:stretch>
            <a:fillRect/>
          </a:stretch>
        </p:blipFill>
        <p:spPr>
          <a:xfrm>
            <a:off x="11698515" y="856342"/>
            <a:ext cx="6589485" cy="4165601"/>
          </a:xfrm>
          <a:prstGeom prst="rect">
            <a:avLst/>
          </a:prstGeom>
        </p:spPr>
      </p:pic>
      <p:pic>
        <p:nvPicPr>
          <p:cNvPr id="18" name="Picture 17">
            <a:extLst>
              <a:ext uri="{FF2B5EF4-FFF2-40B4-BE49-F238E27FC236}">
                <a16:creationId xmlns:a16="http://schemas.microsoft.com/office/drawing/2014/main" id="{F0A08E98-3975-F2A7-A3B7-F93BB112A11B}"/>
              </a:ext>
            </a:extLst>
          </p:cNvPr>
          <p:cNvPicPr>
            <a:picLocks noChangeAspect="1"/>
          </p:cNvPicPr>
          <p:nvPr/>
        </p:nvPicPr>
        <p:blipFill>
          <a:blip r:embed="rId4"/>
          <a:stretch>
            <a:fillRect/>
          </a:stretch>
        </p:blipFill>
        <p:spPr>
          <a:xfrm>
            <a:off x="10522857" y="5143500"/>
            <a:ext cx="6400800" cy="4867954"/>
          </a:xfrm>
          <a:prstGeom prst="rect">
            <a:avLst/>
          </a:prstGeom>
        </p:spPr>
      </p:pic>
    </p:spTree>
    <p:extLst>
      <p:ext uri="{BB962C8B-B14F-4D97-AF65-F5344CB8AC3E}">
        <p14:creationId xmlns:p14="http://schemas.microsoft.com/office/powerpoint/2010/main" val="187504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530"/>
        <p:cNvGrpSpPr/>
        <p:nvPr/>
      </p:nvGrpSpPr>
      <p:grpSpPr>
        <a:xfrm>
          <a:off x="0" y="0"/>
          <a:ext cx="0" cy="0"/>
          <a:chOff x="0" y="0"/>
          <a:chExt cx="0" cy="0"/>
        </a:xfrm>
      </p:grpSpPr>
      <p:pic>
        <p:nvPicPr>
          <p:cNvPr id="3" name="Picture 2" descr="A logo with a red blue and yellow circle&#10;&#10;AI-generated content may be incorrect.">
            <a:extLst>
              <a:ext uri="{FF2B5EF4-FFF2-40B4-BE49-F238E27FC236}">
                <a16:creationId xmlns:a16="http://schemas.microsoft.com/office/drawing/2014/main" id="{7462C657-1895-813C-DD28-842D0EE5CCAF}"/>
              </a:ext>
            </a:extLst>
          </p:cNvPr>
          <p:cNvPicPr>
            <a:picLocks noChangeAspect="1"/>
          </p:cNvPicPr>
          <p:nvPr/>
        </p:nvPicPr>
        <p:blipFill>
          <a:blip r:embed="rId3"/>
          <a:stretch>
            <a:fillRect/>
          </a:stretch>
        </p:blipFill>
        <p:spPr>
          <a:xfrm>
            <a:off x="10305143" y="1429649"/>
            <a:ext cx="7532914" cy="7453968"/>
          </a:xfrm>
          <a:prstGeom prst="rect">
            <a:avLst/>
          </a:prstGeom>
        </p:spPr>
      </p:pic>
      <p:sp>
        <p:nvSpPr>
          <p:cNvPr id="4" name="Google Shape;262;p15">
            <a:extLst>
              <a:ext uri="{FF2B5EF4-FFF2-40B4-BE49-F238E27FC236}">
                <a16:creationId xmlns:a16="http://schemas.microsoft.com/office/drawing/2014/main" id="{A2EA5C92-C211-35EE-FE16-8654419645ED}"/>
              </a:ext>
            </a:extLst>
          </p:cNvPr>
          <p:cNvSpPr txBox="1"/>
          <p:nvPr/>
        </p:nvSpPr>
        <p:spPr>
          <a:xfrm>
            <a:off x="1741714" y="-334900"/>
            <a:ext cx="11972620" cy="175907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165" dirty="0">
                <a:latin typeface="Josefin Sans Light"/>
                <a:sym typeface="Josefin Sans Light"/>
              </a:rPr>
              <a:t>	 	Vector Store</a:t>
            </a:r>
            <a:endParaRPr dirty="0"/>
          </a:p>
        </p:txBody>
      </p:sp>
      <p:sp>
        <p:nvSpPr>
          <p:cNvPr id="5" name="TextBox 4">
            <a:extLst>
              <a:ext uri="{FF2B5EF4-FFF2-40B4-BE49-F238E27FC236}">
                <a16:creationId xmlns:a16="http://schemas.microsoft.com/office/drawing/2014/main" id="{504FC62A-6009-E207-0878-D17D1764CAE2}"/>
              </a:ext>
            </a:extLst>
          </p:cNvPr>
          <p:cNvSpPr txBox="1"/>
          <p:nvPr/>
        </p:nvSpPr>
        <p:spPr>
          <a:xfrm>
            <a:off x="101600" y="1234106"/>
            <a:ext cx="10014857" cy="4278094"/>
          </a:xfrm>
          <a:prstGeom prst="rect">
            <a:avLst/>
          </a:prstGeom>
          <a:noFill/>
        </p:spPr>
        <p:txBody>
          <a:bodyPr wrap="square" rtlCol="0">
            <a:spAutoFit/>
          </a:bodyPr>
          <a:lstStyle/>
          <a:p>
            <a:r>
              <a:rPr lang="vi-VN" sz="1600" b="1" dirty="0"/>
              <a:t>ChromaDB</a:t>
            </a:r>
            <a:r>
              <a:rPr lang="vi-VN" sz="1600" dirty="0"/>
              <a:t> (hoặc </a:t>
            </a:r>
            <a:r>
              <a:rPr lang="vi-VN" sz="1600" b="1" dirty="0"/>
              <a:t>Chroma</a:t>
            </a:r>
            <a:r>
              <a:rPr lang="vi-VN" sz="1600" dirty="0"/>
              <a:t>) là </a:t>
            </a:r>
            <a:r>
              <a:rPr lang="vi-VN" sz="1600" b="1" dirty="0"/>
              <a:t>một cơ sở dữ liệu vector (Vector Database)</a:t>
            </a:r>
            <a:r>
              <a:rPr lang="vi-VN" sz="1600" dirty="0"/>
              <a:t> mã nguồn mở được thiết kế đ</a:t>
            </a:r>
            <a:r>
              <a:rPr lang="en-US" sz="1600" dirty="0"/>
              <a:t>ể :</a:t>
            </a:r>
          </a:p>
          <a:p>
            <a:pPr lvl="3"/>
            <a:r>
              <a:rPr lang="en-US" sz="1600" dirty="0"/>
              <a:t>	</a:t>
            </a:r>
            <a:r>
              <a:rPr lang="vi-VN" sz="1600" dirty="0"/>
              <a:t>Lưu trữ </a:t>
            </a:r>
            <a:r>
              <a:rPr lang="vi-VN" sz="1600" b="1" dirty="0"/>
              <a:t>embedding vector</a:t>
            </a:r>
            <a:r>
              <a:rPr lang="vi-VN" sz="1600" dirty="0"/>
              <a:t> (biểu diễn ngữ nghĩa của văn bản, hình ảnh, âm thanh, v.v.)</a:t>
            </a:r>
            <a:endParaRPr lang="en-US" sz="1600" dirty="0"/>
          </a:p>
          <a:p>
            <a:pPr lvl="3"/>
            <a:r>
              <a:rPr lang="en-US" sz="1600" dirty="0"/>
              <a:t>	</a:t>
            </a:r>
            <a:r>
              <a:rPr lang="vi-VN" sz="1600" dirty="0"/>
              <a:t>Hỗ trợ </a:t>
            </a:r>
            <a:r>
              <a:rPr lang="vi-VN" sz="1600" b="1" dirty="0"/>
              <a:t>tìm kiếm ngữ nghĩa (semantic search)</a:t>
            </a:r>
            <a:r>
              <a:rPr lang="vi-VN" sz="1600" dirty="0"/>
              <a:t>, </a:t>
            </a:r>
            <a:r>
              <a:rPr lang="vi-VN" sz="1600" b="1" dirty="0"/>
              <a:t>RAG</a:t>
            </a:r>
            <a:r>
              <a:rPr lang="vi-VN" sz="1600" dirty="0"/>
              <a:t>, và </a:t>
            </a:r>
            <a:r>
              <a:rPr lang="vi-VN" sz="1600" b="1" dirty="0"/>
              <a:t>LLM memory</a:t>
            </a:r>
            <a:endParaRPr lang="en-US" sz="1600" b="1" dirty="0"/>
          </a:p>
          <a:p>
            <a:pPr lvl="3"/>
            <a:r>
              <a:rPr lang="en-US" sz="1600" dirty="0"/>
              <a:t>	</a:t>
            </a:r>
            <a:r>
              <a:rPr lang="vi-VN" sz="1600" dirty="0"/>
              <a:t>Dễ tích hợp với Python, LangChain, LlamaIndex, FastAPI...</a:t>
            </a:r>
            <a:endParaRPr lang="en-US" sz="1600" dirty="0"/>
          </a:p>
          <a:p>
            <a:pPr lvl="3"/>
            <a:endParaRPr lang="en-US" sz="1600" dirty="0"/>
          </a:p>
          <a:p>
            <a:pPr lvl="3"/>
            <a:r>
              <a:rPr lang="vi-VN" sz="1600" b="1" dirty="0"/>
              <a:t>ChromaDB sử dụng thuật toán HNSW </a:t>
            </a:r>
            <a:r>
              <a:rPr lang="vi-VN" sz="1600" dirty="0"/>
              <a:t>(Hierarchical Navigable Small World graph) để thực hiện </a:t>
            </a:r>
            <a:r>
              <a:rPr lang="vi-VN" sz="1600" b="1" dirty="0"/>
              <a:t>Approximate Nearest Neighbor Search (ANN)</a:t>
            </a:r>
            <a:endParaRPr lang="en-US" sz="1600" b="1" dirty="0"/>
          </a:p>
          <a:p>
            <a:pPr lvl="3"/>
            <a:endParaRPr lang="en-US" sz="1600" b="1" dirty="0"/>
          </a:p>
          <a:p>
            <a:pPr lvl="3"/>
            <a:r>
              <a:rPr lang="vi-VN" sz="1600" b="1" dirty="0"/>
              <a:t>Tốc độ:</a:t>
            </a:r>
            <a:r>
              <a:rPr lang="vi-VN" sz="1600" dirty="0"/>
              <a:t> </a:t>
            </a:r>
            <a:endParaRPr lang="en-US" sz="1600" dirty="0"/>
          </a:p>
          <a:p>
            <a:pPr lvl="3"/>
            <a:r>
              <a:rPr lang="en-US" sz="1600" dirty="0"/>
              <a:t>	</a:t>
            </a:r>
            <a:r>
              <a:rPr lang="vi-VN" sz="1600" b="1" dirty="0"/>
              <a:t>tìm kiếm chính xác </a:t>
            </a:r>
            <a:r>
              <a:rPr lang="vi-VN" sz="1600" dirty="0"/>
              <a:t>(brute-force) cần so sánh với tất cả vector → O(N).HNSW giúp giảm xuống </a:t>
            </a:r>
            <a:r>
              <a:rPr lang="vi-VN" sz="1600" b="1" dirty="0"/>
              <a:t>O(log N)</a:t>
            </a:r>
            <a:r>
              <a:rPr lang="vi-VN" sz="1600" dirty="0"/>
              <a:t> mà vẫn </a:t>
            </a:r>
            <a:r>
              <a:rPr lang="en-US" sz="1600" dirty="0"/>
              <a:t>		</a:t>
            </a:r>
            <a:r>
              <a:rPr lang="vi-VN" sz="1600" dirty="0"/>
              <a:t>giữ độ chính xác cao (~95–99%).</a:t>
            </a:r>
            <a:endParaRPr lang="en-US" sz="1600" dirty="0"/>
          </a:p>
          <a:p>
            <a:pPr lvl="3"/>
            <a:r>
              <a:rPr lang="en-US" sz="1600" b="1" dirty="0"/>
              <a:t>	</a:t>
            </a:r>
            <a:r>
              <a:rPr lang="vi-VN" sz="1600" b="1" dirty="0"/>
              <a:t>Tính mở rộng:</a:t>
            </a:r>
            <a:r>
              <a:rPr lang="vi-VN" sz="1600" dirty="0"/>
              <a:t> hoạt động tốt với hàng triệu vector.</a:t>
            </a:r>
            <a:endParaRPr lang="en-US" sz="1600" dirty="0"/>
          </a:p>
          <a:p>
            <a:pPr lvl="3"/>
            <a:r>
              <a:rPr lang="en-US" sz="1600" b="1" dirty="0"/>
              <a:t>	</a:t>
            </a:r>
            <a:r>
              <a:rPr lang="vi-VN" sz="1600" b="1" dirty="0"/>
              <a:t>Tính ổn định:</a:t>
            </a:r>
            <a:r>
              <a:rPr lang="vi-VN" sz="1600" dirty="0"/>
              <a:t> HNSW có thể </a:t>
            </a:r>
            <a:r>
              <a:rPr lang="vi-VN" sz="1600" b="1" dirty="0"/>
              <a:t>chèn thêm vector mới</a:t>
            </a:r>
            <a:r>
              <a:rPr lang="vi-VN" sz="1600" dirty="0"/>
              <a:t> mà không cần xây lại toàn bộ index (khác IVF hoặc PQ).</a:t>
            </a:r>
            <a:endParaRPr lang="en-US" sz="1600" dirty="0"/>
          </a:p>
          <a:p>
            <a:pPr lvl="3"/>
            <a:r>
              <a:rPr lang="en-US" sz="1600" b="1" dirty="0"/>
              <a:t>	</a:t>
            </a:r>
            <a:r>
              <a:rPr lang="vi-VN" sz="1600" b="1" dirty="0"/>
              <a:t>Được hỗ trợ sẵn trong thư viện AnnLite</a:t>
            </a:r>
            <a:r>
              <a:rPr lang="vi-VN" sz="1600" dirty="0"/>
              <a:t> — chính là </a:t>
            </a:r>
            <a:r>
              <a:rPr lang="vi-VN" sz="1600" b="1" dirty="0"/>
              <a:t>engine tìm kiếm vector mà ChromaDB dùng bên dưới</a:t>
            </a:r>
            <a:r>
              <a:rPr lang="vi-VN" sz="1600" dirty="0"/>
              <a:t>.</a:t>
            </a:r>
          </a:p>
        </p:txBody>
      </p:sp>
      <p:pic>
        <p:nvPicPr>
          <p:cNvPr id="7" name="Picture 6">
            <a:extLst>
              <a:ext uri="{FF2B5EF4-FFF2-40B4-BE49-F238E27FC236}">
                <a16:creationId xmlns:a16="http://schemas.microsoft.com/office/drawing/2014/main" id="{1FEDFFF5-BF88-2111-73B6-EE632B0274D8}"/>
              </a:ext>
            </a:extLst>
          </p:cNvPr>
          <p:cNvPicPr>
            <a:picLocks noChangeAspect="1"/>
          </p:cNvPicPr>
          <p:nvPr/>
        </p:nvPicPr>
        <p:blipFill>
          <a:blip r:embed="rId4"/>
          <a:stretch>
            <a:fillRect/>
          </a:stretch>
        </p:blipFill>
        <p:spPr>
          <a:xfrm>
            <a:off x="330463" y="5839128"/>
            <a:ext cx="9313304" cy="1658628"/>
          </a:xfrm>
          <a:prstGeom prst="rect">
            <a:avLst/>
          </a:prstGeom>
        </p:spPr>
      </p:pic>
      <p:pic>
        <p:nvPicPr>
          <p:cNvPr id="10" name="Picture 9">
            <a:extLst>
              <a:ext uri="{FF2B5EF4-FFF2-40B4-BE49-F238E27FC236}">
                <a16:creationId xmlns:a16="http://schemas.microsoft.com/office/drawing/2014/main" id="{B27B8D77-339D-7F07-19AB-C7F44295C651}"/>
              </a:ext>
            </a:extLst>
          </p:cNvPr>
          <p:cNvPicPr>
            <a:picLocks noChangeAspect="1"/>
          </p:cNvPicPr>
          <p:nvPr/>
        </p:nvPicPr>
        <p:blipFill>
          <a:blip r:embed="rId5"/>
          <a:stretch>
            <a:fillRect/>
          </a:stretch>
        </p:blipFill>
        <p:spPr>
          <a:xfrm>
            <a:off x="4987115" y="7857457"/>
            <a:ext cx="3932643" cy="714475"/>
          </a:xfrm>
          <a:prstGeom prst="rect">
            <a:avLst/>
          </a:prstGeom>
        </p:spPr>
      </p:pic>
      <p:pic>
        <p:nvPicPr>
          <p:cNvPr id="12" name="Picture 11">
            <a:extLst>
              <a:ext uri="{FF2B5EF4-FFF2-40B4-BE49-F238E27FC236}">
                <a16:creationId xmlns:a16="http://schemas.microsoft.com/office/drawing/2014/main" id="{89B65885-7CF9-DCFC-F9E3-F2528FD47F8B}"/>
              </a:ext>
            </a:extLst>
          </p:cNvPr>
          <p:cNvPicPr>
            <a:picLocks noChangeAspect="1"/>
          </p:cNvPicPr>
          <p:nvPr/>
        </p:nvPicPr>
        <p:blipFill>
          <a:blip r:embed="rId6"/>
          <a:stretch>
            <a:fillRect/>
          </a:stretch>
        </p:blipFill>
        <p:spPr>
          <a:xfrm>
            <a:off x="330463" y="7823410"/>
            <a:ext cx="3932644" cy="798263"/>
          </a:xfrm>
          <a:prstGeom prst="rect">
            <a:avLst/>
          </a:prstGeom>
        </p:spPr>
      </p:pic>
      <p:pic>
        <p:nvPicPr>
          <p:cNvPr id="14" name="Picture 13">
            <a:extLst>
              <a:ext uri="{FF2B5EF4-FFF2-40B4-BE49-F238E27FC236}">
                <a16:creationId xmlns:a16="http://schemas.microsoft.com/office/drawing/2014/main" id="{F274D0C7-374A-4D09-504B-8ED9D88D6D47}"/>
              </a:ext>
            </a:extLst>
          </p:cNvPr>
          <p:cNvPicPr>
            <a:picLocks noChangeAspect="1"/>
          </p:cNvPicPr>
          <p:nvPr/>
        </p:nvPicPr>
        <p:blipFill>
          <a:blip r:embed="rId7"/>
          <a:stretch>
            <a:fillRect/>
          </a:stretch>
        </p:blipFill>
        <p:spPr>
          <a:xfrm>
            <a:off x="290286" y="9059162"/>
            <a:ext cx="3918128" cy="714474"/>
          </a:xfrm>
          <a:prstGeom prst="rect">
            <a:avLst/>
          </a:prstGeom>
        </p:spPr>
      </p:pic>
      <p:sp>
        <p:nvSpPr>
          <p:cNvPr id="15" name="TextBox 14">
            <a:extLst>
              <a:ext uri="{FF2B5EF4-FFF2-40B4-BE49-F238E27FC236}">
                <a16:creationId xmlns:a16="http://schemas.microsoft.com/office/drawing/2014/main" id="{ECAE77AC-0D3F-A7AB-12F1-D0CA10017BD7}"/>
              </a:ext>
            </a:extLst>
          </p:cNvPr>
          <p:cNvSpPr txBox="1"/>
          <p:nvPr/>
        </p:nvSpPr>
        <p:spPr>
          <a:xfrm>
            <a:off x="290286" y="5415383"/>
            <a:ext cx="4441371" cy="338554"/>
          </a:xfrm>
          <a:prstGeom prst="rect">
            <a:avLst/>
          </a:prstGeom>
          <a:noFill/>
        </p:spPr>
        <p:txBody>
          <a:bodyPr wrap="square" rtlCol="0">
            <a:spAutoFit/>
          </a:bodyPr>
          <a:lstStyle/>
          <a:p>
            <a:r>
              <a:rPr lang="en-US" sz="1600" b="1" dirty="0"/>
              <a:t>Record</a:t>
            </a:r>
            <a:endParaRPr lang="vi-VN" sz="1600" b="1" dirty="0"/>
          </a:p>
        </p:txBody>
      </p:sp>
      <p:sp>
        <p:nvSpPr>
          <p:cNvPr id="16" name="TextBox 15">
            <a:extLst>
              <a:ext uri="{FF2B5EF4-FFF2-40B4-BE49-F238E27FC236}">
                <a16:creationId xmlns:a16="http://schemas.microsoft.com/office/drawing/2014/main" id="{0FD7029E-644E-64F4-25F2-34473B94F38B}"/>
              </a:ext>
            </a:extLst>
          </p:cNvPr>
          <p:cNvSpPr txBox="1"/>
          <p:nvPr/>
        </p:nvSpPr>
        <p:spPr>
          <a:xfrm>
            <a:off x="290286" y="7549680"/>
            <a:ext cx="2902857" cy="338554"/>
          </a:xfrm>
          <a:prstGeom prst="rect">
            <a:avLst/>
          </a:prstGeom>
          <a:noFill/>
        </p:spPr>
        <p:txBody>
          <a:bodyPr wrap="square" rtlCol="0">
            <a:spAutoFit/>
          </a:bodyPr>
          <a:lstStyle/>
          <a:p>
            <a:r>
              <a:rPr lang="en-US" sz="1600" b="1" dirty="0"/>
              <a:t>L2 similarity search</a:t>
            </a:r>
            <a:endParaRPr lang="vi-VN" sz="1600" b="1" dirty="0"/>
          </a:p>
        </p:txBody>
      </p:sp>
      <p:sp>
        <p:nvSpPr>
          <p:cNvPr id="17" name="TextBox 16">
            <a:extLst>
              <a:ext uri="{FF2B5EF4-FFF2-40B4-BE49-F238E27FC236}">
                <a16:creationId xmlns:a16="http://schemas.microsoft.com/office/drawing/2014/main" id="{59C391D2-AA82-3E71-53C8-7EA9CEFA67D8}"/>
              </a:ext>
            </a:extLst>
          </p:cNvPr>
          <p:cNvSpPr txBox="1"/>
          <p:nvPr/>
        </p:nvSpPr>
        <p:spPr>
          <a:xfrm>
            <a:off x="290286" y="8714340"/>
            <a:ext cx="3918128" cy="338554"/>
          </a:xfrm>
          <a:prstGeom prst="rect">
            <a:avLst/>
          </a:prstGeom>
          <a:noFill/>
        </p:spPr>
        <p:txBody>
          <a:bodyPr wrap="square" rtlCol="0">
            <a:spAutoFit/>
          </a:bodyPr>
          <a:lstStyle/>
          <a:p>
            <a:r>
              <a:rPr lang="en-US" sz="1600" b="1" dirty="0"/>
              <a:t>Dot Product similarity search</a:t>
            </a:r>
            <a:endParaRPr lang="vi-VN" sz="1600" b="1" dirty="0"/>
          </a:p>
        </p:txBody>
      </p:sp>
      <p:sp>
        <p:nvSpPr>
          <p:cNvPr id="19" name="TextBox 18">
            <a:extLst>
              <a:ext uri="{FF2B5EF4-FFF2-40B4-BE49-F238E27FC236}">
                <a16:creationId xmlns:a16="http://schemas.microsoft.com/office/drawing/2014/main" id="{AB80461D-6998-3A55-4B61-C587A526AE4F}"/>
              </a:ext>
            </a:extLst>
          </p:cNvPr>
          <p:cNvSpPr txBox="1"/>
          <p:nvPr/>
        </p:nvSpPr>
        <p:spPr>
          <a:xfrm>
            <a:off x="4987115" y="7549680"/>
            <a:ext cx="2690942" cy="553998"/>
          </a:xfrm>
          <a:prstGeom prst="rect">
            <a:avLst/>
          </a:prstGeom>
          <a:noFill/>
        </p:spPr>
        <p:txBody>
          <a:bodyPr wrap="square" rtlCol="0">
            <a:spAutoFit/>
          </a:bodyPr>
          <a:lstStyle/>
          <a:p>
            <a:r>
              <a:rPr lang="en-US" sz="1600" b="1" dirty="0"/>
              <a:t>Cosine similarity search</a:t>
            </a:r>
          </a:p>
          <a:p>
            <a:endParaRPr lang="vi-V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510"/>
        <p:cNvGrpSpPr/>
        <p:nvPr/>
      </p:nvGrpSpPr>
      <p:grpSpPr>
        <a:xfrm>
          <a:off x="0" y="0"/>
          <a:ext cx="0" cy="0"/>
          <a:chOff x="0" y="0"/>
          <a:chExt cx="0" cy="0"/>
        </a:xfrm>
      </p:grpSpPr>
      <p:sp>
        <p:nvSpPr>
          <p:cNvPr id="514" name="Google Shape;514;p17"/>
          <p:cNvSpPr/>
          <p:nvPr/>
        </p:nvSpPr>
        <p:spPr>
          <a:xfrm flipH="1">
            <a:off x="-402865" y="-363460"/>
            <a:ext cx="2402297" cy="1156106"/>
          </a:xfrm>
          <a:custGeom>
            <a:avLst/>
            <a:gdLst/>
            <a:ahLst/>
            <a:cxnLst/>
            <a:rect l="l" t="t" r="r" b="b"/>
            <a:pathLst>
              <a:path w="2402297" h="1156106" extrusionOk="0">
                <a:moveTo>
                  <a:pt x="2402297" y="0"/>
                </a:moveTo>
                <a:lnTo>
                  <a:pt x="0" y="0"/>
                </a:lnTo>
                <a:lnTo>
                  <a:pt x="0" y="1156105"/>
                </a:lnTo>
                <a:lnTo>
                  <a:pt x="2402297" y="1156105"/>
                </a:lnTo>
                <a:lnTo>
                  <a:pt x="2402297" y="0"/>
                </a:lnTo>
                <a:close/>
              </a:path>
            </a:pathLst>
          </a:custGeom>
          <a:blipFill rotWithShape="1">
            <a:blip r:embed="rId3">
              <a:alphaModFix/>
            </a:blip>
            <a:stretch>
              <a:fillRect/>
            </a:stretch>
          </a:blipFill>
          <a:ln>
            <a:noFill/>
          </a:ln>
        </p:spPr>
        <p:txBody>
          <a:bodyPr/>
          <a:lstStyle/>
          <a:p>
            <a:endParaRPr lang="vi-VN"/>
          </a:p>
        </p:txBody>
      </p:sp>
      <p:cxnSp>
        <p:nvCxnSpPr>
          <p:cNvPr id="515" name="Google Shape;515;p17"/>
          <p:cNvCxnSpPr/>
          <p:nvPr/>
        </p:nvCxnSpPr>
        <p:spPr>
          <a:xfrm>
            <a:off x="-3021077" y="7029728"/>
            <a:ext cx="25317130" cy="0"/>
          </a:xfrm>
          <a:prstGeom prst="straightConnector1">
            <a:avLst/>
          </a:prstGeom>
          <a:noFill/>
          <a:ln w="28575" cap="flat" cmpd="sng">
            <a:solidFill>
              <a:srgbClr val="000000"/>
            </a:solidFill>
            <a:prstDash val="solid"/>
            <a:round/>
            <a:headEnd type="none" w="sm" len="sm"/>
            <a:tailEnd type="none" w="sm" len="sm"/>
          </a:ln>
        </p:spPr>
      </p:cxnSp>
      <p:sp>
        <p:nvSpPr>
          <p:cNvPr id="516" name="Google Shape;516;p17"/>
          <p:cNvSpPr txBox="1"/>
          <p:nvPr/>
        </p:nvSpPr>
        <p:spPr>
          <a:xfrm>
            <a:off x="2563371" y="1026459"/>
            <a:ext cx="9020843" cy="924036"/>
          </a:xfrm>
          <a:prstGeom prst="rect">
            <a:avLst/>
          </a:prstGeom>
          <a:noFill/>
          <a:ln>
            <a:noFill/>
          </a:ln>
        </p:spPr>
        <p:txBody>
          <a:bodyPr spcFirstLastPara="1" wrap="square" lIns="0" tIns="0" rIns="0" bIns="0" anchor="t" anchorCtr="0">
            <a:spAutoFit/>
          </a:bodyPr>
          <a:lstStyle/>
          <a:p>
            <a:pPr marL="0" marR="0" lvl="0" indent="0" algn="r" rtl="0">
              <a:lnSpc>
                <a:spcPct val="116991"/>
              </a:lnSpc>
              <a:spcBef>
                <a:spcPts val="0"/>
              </a:spcBef>
              <a:spcAft>
                <a:spcPts val="0"/>
              </a:spcAft>
              <a:buNone/>
            </a:pPr>
            <a:r>
              <a:rPr lang="en-US" sz="5132" dirty="0">
                <a:latin typeface="Josefin Sans Light"/>
                <a:sym typeface="Josefin Sans Light"/>
              </a:rPr>
              <a:t>THUẬT TOÁN BM25</a:t>
            </a:r>
            <a:endParaRPr dirty="0"/>
          </a:p>
        </p:txBody>
      </p:sp>
      <p:pic>
        <p:nvPicPr>
          <p:cNvPr id="3" name="Picture 2">
            <a:extLst>
              <a:ext uri="{FF2B5EF4-FFF2-40B4-BE49-F238E27FC236}">
                <a16:creationId xmlns:a16="http://schemas.microsoft.com/office/drawing/2014/main" id="{B4A4DAEB-5017-AB6B-493F-6DB71BD810BD}"/>
              </a:ext>
            </a:extLst>
          </p:cNvPr>
          <p:cNvPicPr>
            <a:picLocks noChangeAspect="1"/>
          </p:cNvPicPr>
          <p:nvPr/>
        </p:nvPicPr>
        <p:blipFill>
          <a:blip r:embed="rId4"/>
          <a:stretch>
            <a:fillRect/>
          </a:stretch>
        </p:blipFill>
        <p:spPr>
          <a:xfrm>
            <a:off x="9477831" y="7319485"/>
            <a:ext cx="8360229" cy="2348896"/>
          </a:xfrm>
          <a:prstGeom prst="rect">
            <a:avLst/>
          </a:prstGeom>
        </p:spPr>
      </p:pic>
      <p:sp>
        <p:nvSpPr>
          <p:cNvPr id="4" name="TextBox 3">
            <a:extLst>
              <a:ext uri="{FF2B5EF4-FFF2-40B4-BE49-F238E27FC236}">
                <a16:creationId xmlns:a16="http://schemas.microsoft.com/office/drawing/2014/main" id="{81283D07-C66A-8A97-9B32-DFC347F0347A}"/>
              </a:ext>
            </a:extLst>
          </p:cNvPr>
          <p:cNvSpPr txBox="1"/>
          <p:nvPr/>
        </p:nvSpPr>
        <p:spPr>
          <a:xfrm>
            <a:off x="36283" y="2767866"/>
            <a:ext cx="9245601" cy="3724096"/>
          </a:xfrm>
          <a:prstGeom prst="rect">
            <a:avLst/>
          </a:prstGeom>
          <a:noFill/>
        </p:spPr>
        <p:txBody>
          <a:bodyPr wrap="square" rtlCol="0">
            <a:spAutoFit/>
          </a:bodyPr>
          <a:lstStyle/>
          <a:p>
            <a:pPr marL="285750" indent="-285750">
              <a:buFont typeface="Arial" panose="020B0604020202020204" pitchFamily="34" charset="0"/>
              <a:buChar char="•"/>
            </a:pPr>
            <a:r>
              <a:rPr lang="vi-VN" sz="1600" b="1" dirty="0"/>
              <a:t>BM25</a:t>
            </a:r>
            <a:r>
              <a:rPr lang="vi-VN" sz="1600" dirty="0"/>
              <a:t> (Best Matching 25) là </a:t>
            </a:r>
            <a:r>
              <a:rPr lang="vi-VN" sz="1600" b="1" dirty="0"/>
              <a:t>thuật toán tìm kiếm dựa trên từ khóa</a:t>
            </a:r>
            <a:r>
              <a:rPr lang="vi-VN" sz="1600" dirty="0"/>
              <a:t>, thuộc họ </a:t>
            </a:r>
            <a:r>
              <a:rPr lang="vi-VN" sz="1600" b="1" dirty="0"/>
              <a:t>TF-IDF cải tiến</a:t>
            </a:r>
            <a:r>
              <a:rPr lang="vi-VN" sz="1600" dirty="0"/>
              <a:t>, được sử dụng rộng rãi trong các công cụ tìm kiếm như Elasticsearch, Lucene, Whoosh, và cả LangChain retriever.</a:t>
            </a:r>
            <a:endParaRPr lang="en-US" sz="1600" dirty="0"/>
          </a:p>
          <a:p>
            <a:endParaRPr lang="en-US" sz="1600" dirty="0"/>
          </a:p>
          <a:p>
            <a:pPr marL="285750" indent="-285750">
              <a:buFont typeface="Arial" panose="020B0604020202020204" pitchFamily="34" charset="0"/>
              <a:buChar char="•"/>
            </a:pPr>
            <a:r>
              <a:rPr lang="vi-VN" sz="1600" b="1" dirty="0"/>
              <a:t>Mục tiêu của BM25 là:</a:t>
            </a:r>
            <a:endParaRPr lang="en-US" sz="1600" b="1" dirty="0"/>
          </a:p>
          <a:p>
            <a:pPr marL="285750" indent="-285750">
              <a:buFont typeface="Arial" panose="020B0604020202020204" pitchFamily="34" charset="0"/>
              <a:buChar char="•"/>
            </a:pPr>
            <a:endParaRPr lang="en-US" sz="1600" b="1" dirty="0"/>
          </a:p>
          <a:p>
            <a:r>
              <a:rPr lang="en-US" sz="1600" dirty="0"/>
              <a:t>	</a:t>
            </a:r>
            <a:r>
              <a:rPr lang="vi-VN" sz="1600" dirty="0"/>
              <a:t>Xác định mức độ liên quan giữa truy vấn (query) và một tài liệu (document)</a:t>
            </a:r>
            <a:endParaRPr lang="en-US" sz="1600" dirty="0"/>
          </a:p>
          <a:p>
            <a:r>
              <a:rPr lang="en-US" sz="1600" dirty="0"/>
              <a:t>	</a:t>
            </a:r>
            <a:r>
              <a:rPr lang="vi-VN" sz="1600" dirty="0"/>
              <a:t>Dựa trên tần suất xuất hiện từ, độ dài tài liệu, và độ hiếm của từ trong tập dữ liệ</a:t>
            </a:r>
            <a:r>
              <a:rPr lang="en-US" sz="1600" dirty="0"/>
              <a:t>u</a:t>
            </a:r>
          </a:p>
          <a:p>
            <a:endParaRPr lang="en-US" sz="1600" dirty="0"/>
          </a:p>
          <a:p>
            <a:pPr marL="285750" indent="-285750">
              <a:buFont typeface="Arial" panose="020B0604020202020204" pitchFamily="34" charset="0"/>
              <a:buChar char="•"/>
            </a:pPr>
            <a:r>
              <a:rPr lang="en-US" sz="1600" b="1" dirty="0" err="1"/>
              <a:t>Ứng</a:t>
            </a:r>
            <a:r>
              <a:rPr lang="en-US" sz="1600" b="1" dirty="0"/>
              <a:t> </a:t>
            </a:r>
            <a:r>
              <a:rPr lang="en-US" sz="1600" b="1" dirty="0" err="1"/>
              <a:t>dụng</a:t>
            </a:r>
            <a:r>
              <a:rPr lang="en-US" sz="1600" b="1" dirty="0"/>
              <a:t> </a:t>
            </a:r>
            <a:r>
              <a:rPr lang="en-US" sz="1600" b="1" dirty="0" err="1"/>
              <a:t>trong</a:t>
            </a:r>
            <a:r>
              <a:rPr lang="en-US" sz="1600" b="1" dirty="0"/>
              <a:t> </a:t>
            </a:r>
            <a:r>
              <a:rPr lang="en-US" sz="1600" b="1" dirty="0" err="1"/>
              <a:t>bài</a:t>
            </a:r>
            <a:r>
              <a:rPr lang="en-US" sz="1600" b="1" dirty="0"/>
              <a:t> </a:t>
            </a:r>
            <a:r>
              <a:rPr lang="en-US" sz="1600" b="1" dirty="0" err="1"/>
              <a:t>toán</a:t>
            </a:r>
            <a:r>
              <a:rPr lang="en-US" sz="1600" b="1" dirty="0"/>
              <a:t> chatbot</a:t>
            </a:r>
            <a:r>
              <a:rPr lang="en-US" sz="1600" dirty="0"/>
              <a:t>:</a:t>
            </a:r>
          </a:p>
          <a:p>
            <a:pPr marL="285750" indent="-285750">
              <a:buFont typeface="Arial" panose="020B0604020202020204" pitchFamily="34" charset="0"/>
              <a:buChar char="•"/>
            </a:pPr>
            <a:endParaRPr lang="en-US" sz="1600" dirty="0"/>
          </a:p>
          <a:p>
            <a:r>
              <a:rPr lang="en-US" sz="1600" dirty="0"/>
              <a:t>	</a:t>
            </a:r>
            <a:r>
              <a:rPr lang="en-US" sz="1600" dirty="0" err="1"/>
              <a:t>Làm</a:t>
            </a:r>
            <a:r>
              <a:rPr lang="en-US" sz="1600" dirty="0"/>
              <a:t> </a:t>
            </a:r>
            <a:r>
              <a:rPr lang="en-US" sz="1600" dirty="0" err="1"/>
              <a:t>tăng</a:t>
            </a:r>
            <a:r>
              <a:rPr lang="en-US" sz="1600" dirty="0"/>
              <a:t> </a:t>
            </a:r>
            <a:r>
              <a:rPr lang="en-US" sz="1600" dirty="0" err="1"/>
              <a:t>độ</a:t>
            </a:r>
            <a:r>
              <a:rPr lang="en-US" sz="1600" dirty="0"/>
              <a:t> </a:t>
            </a:r>
            <a:r>
              <a:rPr lang="en-US" sz="1600" dirty="0" err="1"/>
              <a:t>chính</a:t>
            </a:r>
            <a:r>
              <a:rPr lang="en-US" sz="1600" dirty="0"/>
              <a:t> </a:t>
            </a:r>
            <a:r>
              <a:rPr lang="en-US" sz="1600" dirty="0" err="1"/>
              <a:t>xác</a:t>
            </a:r>
            <a:r>
              <a:rPr lang="en-US" sz="1600" dirty="0"/>
              <a:t> </a:t>
            </a:r>
            <a:r>
              <a:rPr lang="en-US" sz="1600" dirty="0" err="1"/>
              <a:t>sau</a:t>
            </a:r>
            <a:r>
              <a:rPr lang="en-US" sz="1600" dirty="0"/>
              <a:t> </a:t>
            </a:r>
            <a:r>
              <a:rPr lang="en-US" sz="1600" dirty="0" err="1"/>
              <a:t>khi</a:t>
            </a:r>
            <a:r>
              <a:rPr lang="en-US" sz="1600" dirty="0"/>
              <a:t> similarity search </a:t>
            </a:r>
            <a:r>
              <a:rPr lang="en-US" sz="1600" dirty="0" err="1"/>
              <a:t>lấy</a:t>
            </a:r>
            <a:r>
              <a:rPr lang="en-US" sz="1600" dirty="0"/>
              <a:t> top10 </a:t>
            </a:r>
            <a:r>
              <a:rPr lang="en-US" sz="1600" dirty="0" err="1"/>
              <a:t>sẽ</a:t>
            </a:r>
            <a:r>
              <a:rPr lang="en-US" sz="1600" dirty="0"/>
              <a:t> </a:t>
            </a:r>
            <a:r>
              <a:rPr lang="en-US" sz="1600" dirty="0" err="1"/>
              <a:t>lấy</a:t>
            </a:r>
            <a:r>
              <a:rPr lang="en-US" sz="1600" dirty="0"/>
              <a:t> 2 </a:t>
            </a:r>
            <a:r>
              <a:rPr lang="en-US" sz="1600" dirty="0" err="1"/>
              <a:t>kết</a:t>
            </a:r>
            <a:r>
              <a:rPr lang="en-US" sz="1600" dirty="0"/>
              <a:t> </a:t>
            </a:r>
            <a:r>
              <a:rPr lang="en-US" sz="1600" dirty="0" err="1"/>
              <a:t>quả</a:t>
            </a:r>
            <a:r>
              <a:rPr lang="en-US" sz="1600" dirty="0"/>
              <a:t> </a:t>
            </a:r>
            <a:r>
              <a:rPr lang="en-US" sz="1600" dirty="0" err="1"/>
              <a:t>mà</a:t>
            </a:r>
            <a:r>
              <a:rPr lang="en-US" sz="1600" dirty="0"/>
              <a:t> </a:t>
            </a:r>
            <a:r>
              <a:rPr lang="en-US" sz="1600" dirty="0" err="1"/>
              <a:t>câu</a:t>
            </a:r>
            <a:r>
              <a:rPr lang="en-US" sz="1600" dirty="0"/>
              <a:t> 	</a:t>
            </a:r>
            <a:r>
              <a:rPr lang="en-US" sz="1600" dirty="0" err="1"/>
              <a:t>truy</a:t>
            </a:r>
            <a:r>
              <a:rPr lang="en-US" sz="1600" dirty="0"/>
              <a:t> </a:t>
            </a:r>
            <a:r>
              <a:rPr lang="en-US" sz="1600" dirty="0" err="1"/>
              <a:t>vấn</a:t>
            </a:r>
            <a:r>
              <a:rPr lang="en-US" sz="1600" dirty="0"/>
              <a:t> </a:t>
            </a:r>
            <a:r>
              <a:rPr lang="en-US" sz="1600" dirty="0" err="1"/>
              <a:t>có</a:t>
            </a:r>
            <a:r>
              <a:rPr lang="en-US" sz="1600" dirty="0"/>
              <a:t> </a:t>
            </a:r>
            <a:r>
              <a:rPr lang="en-US" sz="1600" dirty="0" err="1"/>
              <a:t>các</a:t>
            </a:r>
            <a:r>
              <a:rPr lang="en-US" sz="1600" dirty="0"/>
              <a:t> </a:t>
            </a:r>
            <a:r>
              <a:rPr lang="en-US" sz="1600" dirty="0" err="1"/>
              <a:t>từ</a:t>
            </a:r>
            <a:r>
              <a:rPr lang="en-US" sz="1600" dirty="0"/>
              <a:t> </a:t>
            </a:r>
            <a:r>
              <a:rPr lang="en-US" sz="1600" dirty="0" err="1"/>
              <a:t>xuất</a:t>
            </a:r>
            <a:r>
              <a:rPr lang="en-US" sz="1600" dirty="0"/>
              <a:t> </a:t>
            </a:r>
            <a:r>
              <a:rPr lang="en-US" sz="1600" dirty="0" err="1"/>
              <a:t>hiện</a:t>
            </a:r>
            <a:r>
              <a:rPr lang="en-US" sz="1600" dirty="0"/>
              <a:t> </a:t>
            </a:r>
            <a:r>
              <a:rPr lang="en-US" sz="1600" dirty="0" err="1"/>
              <a:t>nhiều</a:t>
            </a:r>
            <a:r>
              <a:rPr lang="en-US" sz="1600" dirty="0"/>
              <a:t> </a:t>
            </a:r>
            <a:r>
              <a:rPr lang="en-US" sz="1600" dirty="0" err="1"/>
              <a:t>nhất</a:t>
            </a:r>
            <a:r>
              <a:rPr lang="en-US" sz="1600" dirty="0"/>
              <a:t> </a:t>
            </a:r>
            <a:r>
              <a:rPr lang="en-US" sz="1600" dirty="0" err="1"/>
              <a:t>để</a:t>
            </a:r>
            <a:r>
              <a:rPr lang="en-US" sz="1600" dirty="0"/>
              <a:t> </a:t>
            </a:r>
            <a:r>
              <a:rPr lang="en-US" sz="1600" dirty="0" err="1"/>
              <a:t>đưa</a:t>
            </a:r>
            <a:r>
              <a:rPr lang="en-US" sz="1600" dirty="0"/>
              <a:t> </a:t>
            </a:r>
            <a:r>
              <a:rPr lang="en-US" sz="1600" dirty="0" err="1"/>
              <a:t>vào</a:t>
            </a:r>
            <a:r>
              <a:rPr lang="en-US" sz="1600" dirty="0"/>
              <a:t> LMM</a:t>
            </a:r>
          </a:p>
          <a:p>
            <a:endParaRPr lang="en-US" dirty="0"/>
          </a:p>
          <a:p>
            <a:endParaRPr lang="vi-VN" dirty="0"/>
          </a:p>
        </p:txBody>
      </p:sp>
      <p:sp>
        <p:nvSpPr>
          <p:cNvPr id="6" name="TextBox 5">
            <a:extLst>
              <a:ext uri="{FF2B5EF4-FFF2-40B4-BE49-F238E27FC236}">
                <a16:creationId xmlns:a16="http://schemas.microsoft.com/office/drawing/2014/main" id="{C41FC5CE-3ACE-C343-C654-226348CEB246}"/>
              </a:ext>
            </a:extLst>
          </p:cNvPr>
          <p:cNvSpPr txBox="1"/>
          <p:nvPr/>
        </p:nvSpPr>
        <p:spPr>
          <a:xfrm>
            <a:off x="798284" y="7421612"/>
            <a:ext cx="7721601" cy="2246769"/>
          </a:xfrm>
          <a:prstGeom prst="rect">
            <a:avLst/>
          </a:prstGeom>
          <a:noFill/>
        </p:spPr>
        <p:txBody>
          <a:bodyPr wrap="square" rtlCol="0">
            <a:spAutoFit/>
          </a:bodyPr>
          <a:lstStyle/>
          <a:p>
            <a:r>
              <a:rPr lang="en-US" sz="1600" b="1" dirty="0" err="1"/>
              <a:t>Ví</a:t>
            </a:r>
            <a:r>
              <a:rPr lang="en-US" sz="1600" b="1" dirty="0"/>
              <a:t> </a:t>
            </a:r>
            <a:r>
              <a:rPr lang="en-US" sz="1600" b="1" dirty="0" err="1"/>
              <a:t>Dụ</a:t>
            </a:r>
            <a:r>
              <a:rPr lang="en-US" sz="1600" b="1" dirty="0"/>
              <a:t> : </a:t>
            </a:r>
            <a:r>
              <a:rPr lang="vi-VN" sz="1600" dirty="0"/>
              <a:t>Khi người dùng gõ một truy vấn, ví dụ:</a:t>
            </a:r>
          </a:p>
          <a:p>
            <a:r>
              <a:rPr lang="vi-VN" sz="1600" dirty="0"/>
              <a:t>“thuế thu nhập cá nhân”</a:t>
            </a:r>
            <a:endParaRPr lang="en-US" sz="1600" dirty="0"/>
          </a:p>
          <a:p>
            <a:endParaRPr lang="en-US" sz="1600" dirty="0"/>
          </a:p>
          <a:p>
            <a:r>
              <a:rPr lang="vi-VN" sz="1600" dirty="0"/>
              <a:t>BM25 sẽ:</a:t>
            </a:r>
          </a:p>
          <a:p>
            <a:pPr marL="342900" indent="-342900">
              <a:buFont typeface="+mj-lt"/>
              <a:buAutoNum type="arabicPeriod"/>
            </a:pPr>
            <a:r>
              <a:rPr lang="vi-VN" sz="1600" dirty="0"/>
              <a:t>Tách các từ (“thuế”, “thu nhập”, “cá nhân”)</a:t>
            </a:r>
          </a:p>
          <a:p>
            <a:pPr marL="342900" indent="-342900">
              <a:buFont typeface="+mj-lt"/>
              <a:buAutoNum type="arabicPeriod"/>
            </a:pPr>
            <a:r>
              <a:rPr lang="vi-VN" sz="1600" dirty="0"/>
              <a:t>Tính điểm cho từng tài liệu trong tập dữ liệu — xem tài liệu nào chứa nhiều từ quan trọng nhất, nhưng vẫn cân bằng với độ dài và độ hiếm của từ.</a:t>
            </a:r>
          </a:p>
          <a:p>
            <a:endParaRPr lang="vi-VN" b="1" dirty="0"/>
          </a:p>
          <a:p>
            <a:endParaRPr lang="vi-VN" dirty="0"/>
          </a:p>
        </p:txBody>
      </p:sp>
      <p:pic>
        <p:nvPicPr>
          <p:cNvPr id="8" name="Picture 7">
            <a:extLst>
              <a:ext uri="{FF2B5EF4-FFF2-40B4-BE49-F238E27FC236}">
                <a16:creationId xmlns:a16="http://schemas.microsoft.com/office/drawing/2014/main" id="{B2D9D364-2F5C-6017-01C0-3015ACCBE5B9}"/>
              </a:ext>
            </a:extLst>
          </p:cNvPr>
          <p:cNvPicPr>
            <a:picLocks noChangeAspect="1"/>
          </p:cNvPicPr>
          <p:nvPr/>
        </p:nvPicPr>
        <p:blipFill>
          <a:blip r:embed="rId5"/>
          <a:stretch>
            <a:fillRect/>
          </a:stretch>
        </p:blipFill>
        <p:spPr>
          <a:xfrm>
            <a:off x="9477831" y="2767866"/>
            <a:ext cx="8403767" cy="38010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67"/>
        <p:cNvGrpSpPr/>
        <p:nvPr/>
      </p:nvGrpSpPr>
      <p:grpSpPr>
        <a:xfrm>
          <a:off x="0" y="0"/>
          <a:ext cx="0" cy="0"/>
          <a:chOff x="0" y="0"/>
          <a:chExt cx="0" cy="0"/>
        </a:xfrm>
      </p:grpSpPr>
      <p:cxnSp>
        <p:nvCxnSpPr>
          <p:cNvPr id="670" name="Google Shape;670;p28"/>
          <p:cNvCxnSpPr/>
          <p:nvPr/>
        </p:nvCxnSpPr>
        <p:spPr>
          <a:xfrm rot="10800000" flipH="1">
            <a:off x="-16607706" y="2380310"/>
            <a:ext cx="25220101" cy="1749775"/>
          </a:xfrm>
          <a:prstGeom prst="straightConnector1">
            <a:avLst/>
          </a:prstGeom>
          <a:noFill/>
          <a:ln w="28575" cap="flat" cmpd="sng">
            <a:solidFill>
              <a:srgbClr val="DDD5A2"/>
            </a:solidFill>
            <a:prstDash val="solid"/>
            <a:round/>
            <a:headEnd type="none" w="sm" len="sm"/>
            <a:tailEnd type="none" w="sm" len="sm"/>
          </a:ln>
        </p:spPr>
      </p:cxnSp>
      <p:cxnSp>
        <p:nvCxnSpPr>
          <p:cNvPr id="671" name="Google Shape;671;p28"/>
          <p:cNvCxnSpPr/>
          <p:nvPr/>
        </p:nvCxnSpPr>
        <p:spPr>
          <a:xfrm rot="10800000" flipH="1">
            <a:off x="8501075" y="-585945"/>
            <a:ext cx="25220101" cy="1749775"/>
          </a:xfrm>
          <a:prstGeom prst="straightConnector1">
            <a:avLst/>
          </a:prstGeom>
          <a:noFill/>
          <a:ln w="28575" cap="flat" cmpd="sng">
            <a:solidFill>
              <a:srgbClr val="DDD5A2"/>
            </a:solidFill>
            <a:prstDash val="solid"/>
            <a:round/>
            <a:headEnd type="none" w="sm" len="sm"/>
            <a:tailEnd type="none" w="sm" len="sm"/>
          </a:ln>
        </p:spPr>
      </p:cxnSp>
      <p:cxnSp>
        <p:nvCxnSpPr>
          <p:cNvPr id="672" name="Google Shape;672;p28"/>
          <p:cNvCxnSpPr/>
          <p:nvPr/>
        </p:nvCxnSpPr>
        <p:spPr>
          <a:xfrm rot="10800000" flipH="1">
            <a:off x="9103856" y="7429268"/>
            <a:ext cx="25220151" cy="1749054"/>
          </a:xfrm>
          <a:prstGeom prst="straightConnector1">
            <a:avLst/>
          </a:prstGeom>
          <a:noFill/>
          <a:ln w="28575" cap="flat" cmpd="sng">
            <a:solidFill>
              <a:srgbClr val="DDD5A2"/>
            </a:solidFill>
            <a:prstDash val="solid"/>
            <a:round/>
            <a:headEnd type="none" w="sm" len="sm"/>
            <a:tailEnd type="none" w="sm" len="sm"/>
          </a:ln>
        </p:spPr>
      </p:cxnSp>
      <p:cxnSp>
        <p:nvCxnSpPr>
          <p:cNvPr id="673" name="Google Shape;673;p28"/>
          <p:cNvCxnSpPr/>
          <p:nvPr/>
        </p:nvCxnSpPr>
        <p:spPr>
          <a:xfrm>
            <a:off x="8409761" y="-230176"/>
            <a:ext cx="779837" cy="10510969"/>
          </a:xfrm>
          <a:prstGeom prst="straightConnector1">
            <a:avLst/>
          </a:prstGeom>
          <a:noFill/>
          <a:ln w="28575" cap="flat" cmpd="sng">
            <a:solidFill>
              <a:srgbClr val="DDD5A2"/>
            </a:solidFill>
            <a:prstDash val="solid"/>
            <a:round/>
            <a:headEnd type="none" w="sm" len="sm"/>
            <a:tailEnd type="none" w="sm" len="sm"/>
          </a:ln>
        </p:spPr>
      </p:cxnSp>
      <p:sp>
        <p:nvSpPr>
          <p:cNvPr id="674" name="Google Shape;674;p28"/>
          <p:cNvSpPr txBox="1"/>
          <p:nvPr/>
        </p:nvSpPr>
        <p:spPr>
          <a:xfrm rot="-232326">
            <a:off x="1202021" y="3455086"/>
            <a:ext cx="6197460" cy="4389150"/>
          </a:xfrm>
          <a:prstGeom prst="rect">
            <a:avLst/>
          </a:prstGeom>
          <a:noFill/>
          <a:ln>
            <a:noFill/>
          </a:ln>
        </p:spPr>
        <p:txBody>
          <a:bodyPr spcFirstLastPara="1" wrap="square" lIns="0" tIns="0" rIns="0" bIns="0" anchor="t" anchorCtr="0">
            <a:spAutoFit/>
          </a:bodyPr>
          <a:lstStyle/>
          <a:p>
            <a:pPr marL="0" marR="0" lvl="0" indent="0" algn="ctr" rtl="0">
              <a:lnSpc>
                <a:spcPct val="136000"/>
              </a:lnSpc>
              <a:spcBef>
                <a:spcPts val="0"/>
              </a:spcBef>
              <a:spcAft>
                <a:spcPts val="0"/>
              </a:spcAft>
              <a:buNone/>
            </a:pPr>
            <a:r>
              <a:rPr lang="en-US" sz="10486" dirty="0">
                <a:solidFill>
                  <a:srgbClr val="DDD5A2"/>
                </a:solidFill>
                <a:latin typeface="Josefin Sans"/>
                <a:sym typeface="Josefin Sans"/>
              </a:rPr>
              <a:t>Thank you</a:t>
            </a:r>
            <a:endParaRPr dirty="0"/>
          </a:p>
        </p:txBody>
      </p:sp>
      <p:pic>
        <p:nvPicPr>
          <p:cNvPr id="3" name="Picture 2">
            <a:extLst>
              <a:ext uri="{FF2B5EF4-FFF2-40B4-BE49-F238E27FC236}">
                <a16:creationId xmlns:a16="http://schemas.microsoft.com/office/drawing/2014/main" id="{139CD668-A2EC-F79E-79F9-0389657A6F8A}"/>
              </a:ext>
            </a:extLst>
          </p:cNvPr>
          <p:cNvPicPr>
            <a:picLocks noChangeAspect="1"/>
          </p:cNvPicPr>
          <p:nvPr/>
        </p:nvPicPr>
        <p:blipFill>
          <a:blip r:embed="rId3"/>
          <a:stretch>
            <a:fillRect/>
          </a:stretch>
        </p:blipFill>
        <p:spPr>
          <a:xfrm rot="21320187">
            <a:off x="8796768" y="758140"/>
            <a:ext cx="9832196" cy="81234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01"/>
        <p:cNvGrpSpPr/>
        <p:nvPr/>
      </p:nvGrpSpPr>
      <p:grpSpPr>
        <a:xfrm>
          <a:off x="0" y="0"/>
          <a:ext cx="0" cy="0"/>
          <a:chOff x="0" y="0"/>
          <a:chExt cx="0" cy="0"/>
        </a:xfrm>
      </p:grpSpPr>
      <p:pic>
        <p:nvPicPr>
          <p:cNvPr id="502" name="Google Shape;502;p16"/>
          <p:cNvPicPr preferRelativeResize="0"/>
          <p:nvPr/>
        </p:nvPicPr>
        <p:blipFill>
          <a:blip r:embed="rId3">
            <a:alphaModFix/>
          </a:blip>
          <a:stretch>
            <a:fillRect/>
          </a:stretch>
        </p:blipFill>
        <p:spPr>
          <a:xfrm>
            <a:off x="782533" y="1832375"/>
            <a:ext cx="16722934" cy="6622251"/>
          </a:xfrm>
          <a:prstGeom prst="rect">
            <a:avLst/>
          </a:prstGeom>
          <a:noFill/>
          <a:ln>
            <a:noFill/>
          </a:ln>
        </p:spPr>
      </p:pic>
      <p:sp>
        <p:nvSpPr>
          <p:cNvPr id="503" name="Google Shape;503;p16"/>
          <p:cNvSpPr/>
          <p:nvPr/>
        </p:nvSpPr>
        <p:spPr>
          <a:xfrm>
            <a:off x="13636911" y="1822857"/>
            <a:ext cx="3884721" cy="1403355"/>
          </a:xfrm>
          <a:custGeom>
            <a:avLst/>
            <a:gdLst/>
            <a:ahLst/>
            <a:cxnLst/>
            <a:rect l="l" t="t" r="r" b="b"/>
            <a:pathLst>
              <a:path w="3884721" h="1403355" extrusionOk="0">
                <a:moveTo>
                  <a:pt x="0" y="0"/>
                </a:moveTo>
                <a:lnTo>
                  <a:pt x="3884721" y="0"/>
                </a:lnTo>
                <a:lnTo>
                  <a:pt x="3884721" y="1403355"/>
                </a:lnTo>
                <a:lnTo>
                  <a:pt x="0" y="1403355"/>
                </a:lnTo>
                <a:lnTo>
                  <a:pt x="0" y="0"/>
                </a:lnTo>
                <a:close/>
              </a:path>
            </a:pathLst>
          </a:custGeom>
          <a:blipFill rotWithShape="1">
            <a:blip r:embed="rId4">
              <a:alphaModFix/>
            </a:blip>
            <a:stretch>
              <a:fillRect/>
            </a:stretch>
          </a:blipFill>
          <a:ln>
            <a:noFill/>
          </a:ln>
        </p:spPr>
        <p:txBody>
          <a:bodyPr/>
          <a:lstStyle/>
          <a:p>
            <a:endParaRPr lang="vi-VN"/>
          </a:p>
        </p:txBody>
      </p:sp>
      <p:sp>
        <p:nvSpPr>
          <p:cNvPr id="504" name="Google Shape;504;p16"/>
          <p:cNvSpPr txBox="1"/>
          <p:nvPr/>
        </p:nvSpPr>
        <p:spPr>
          <a:xfrm>
            <a:off x="1201471" y="542925"/>
            <a:ext cx="5606676" cy="996819"/>
          </a:xfrm>
          <a:prstGeom prst="rect">
            <a:avLst/>
          </a:prstGeom>
          <a:noFill/>
          <a:ln>
            <a:noFill/>
          </a:ln>
        </p:spPr>
        <p:txBody>
          <a:bodyPr spcFirstLastPara="1" wrap="square" lIns="0" tIns="0" rIns="0" bIns="0" anchor="t" anchorCtr="0">
            <a:spAutoFit/>
          </a:bodyPr>
          <a:lstStyle/>
          <a:p>
            <a:pPr marL="0" marR="0" lvl="0" indent="0" algn="l" rtl="0">
              <a:lnSpc>
                <a:spcPct val="116993"/>
              </a:lnSpc>
              <a:spcBef>
                <a:spcPts val="0"/>
              </a:spcBef>
              <a:spcAft>
                <a:spcPts val="0"/>
              </a:spcAft>
              <a:buNone/>
            </a:pPr>
            <a:r>
              <a:rPr lang="en-US" sz="6632" b="0" i="0" u="none" strike="noStrike" cap="none">
                <a:solidFill>
                  <a:srgbClr val="FFFFFF"/>
                </a:solidFill>
                <a:latin typeface="Josefin Sans Light"/>
                <a:ea typeface="Josefin Sans Light"/>
                <a:cs typeface="Josefin Sans Light"/>
                <a:sym typeface="Josefin Sans Light"/>
              </a:rPr>
              <a:t>PROJECT 01</a:t>
            </a:r>
            <a:endParaRPr/>
          </a:p>
        </p:txBody>
      </p:sp>
      <p:sp>
        <p:nvSpPr>
          <p:cNvPr id="505" name="Google Shape;505;p16"/>
          <p:cNvSpPr txBox="1"/>
          <p:nvPr/>
        </p:nvSpPr>
        <p:spPr>
          <a:xfrm>
            <a:off x="3603467" y="8901044"/>
            <a:ext cx="13483061" cy="996819"/>
          </a:xfrm>
          <a:prstGeom prst="rect">
            <a:avLst/>
          </a:prstGeom>
          <a:noFill/>
          <a:ln>
            <a:noFill/>
          </a:ln>
        </p:spPr>
        <p:txBody>
          <a:bodyPr spcFirstLastPara="1" wrap="square" lIns="0" tIns="0" rIns="0" bIns="0" anchor="t" anchorCtr="0">
            <a:spAutoFit/>
          </a:bodyPr>
          <a:lstStyle/>
          <a:p>
            <a:pPr marL="0" marR="0" lvl="0" indent="0" algn="r" rtl="0">
              <a:lnSpc>
                <a:spcPct val="116993"/>
              </a:lnSpc>
              <a:spcBef>
                <a:spcPts val="0"/>
              </a:spcBef>
              <a:spcAft>
                <a:spcPts val="0"/>
              </a:spcAft>
              <a:buNone/>
            </a:pPr>
            <a:r>
              <a:rPr lang="en-US" sz="6632" b="0" i="0" u="none" strike="noStrike" cap="none" dirty="0">
                <a:solidFill>
                  <a:srgbClr val="DDD5A2"/>
                </a:solidFill>
                <a:latin typeface="Josefin Sans Light"/>
                <a:ea typeface="Josefin Sans Light"/>
                <a:cs typeface="Josefin Sans Light"/>
                <a:sym typeface="Josefin Sans Light"/>
              </a:rPr>
              <a:t>FASHION PHOTOGRAPHY</a:t>
            </a:r>
            <a:endParaRPr dirty="0"/>
          </a:p>
        </p:txBody>
      </p:sp>
      <p:sp>
        <p:nvSpPr>
          <p:cNvPr id="506" name="Google Shape;506;p16"/>
          <p:cNvSpPr/>
          <p:nvPr/>
        </p:nvSpPr>
        <p:spPr>
          <a:xfrm>
            <a:off x="766368" y="6406743"/>
            <a:ext cx="2847612" cy="2057400"/>
          </a:xfrm>
          <a:custGeom>
            <a:avLst/>
            <a:gdLst/>
            <a:ahLst/>
            <a:cxnLst/>
            <a:rect l="l" t="t" r="r" b="b"/>
            <a:pathLst>
              <a:path w="2847612" h="2057400" extrusionOk="0">
                <a:moveTo>
                  <a:pt x="0" y="0"/>
                </a:moveTo>
                <a:lnTo>
                  <a:pt x="2847613" y="0"/>
                </a:lnTo>
                <a:lnTo>
                  <a:pt x="2847613" y="2057400"/>
                </a:lnTo>
                <a:lnTo>
                  <a:pt x="0" y="2057400"/>
                </a:lnTo>
                <a:lnTo>
                  <a:pt x="0" y="0"/>
                </a:lnTo>
                <a:close/>
              </a:path>
            </a:pathLst>
          </a:custGeom>
          <a:blipFill rotWithShape="1">
            <a:blip r:embed="rId5">
              <a:alphaModFix/>
            </a:blip>
            <a:stretch>
              <a:fillRect/>
            </a:stretch>
          </a:blipFill>
          <a:ln>
            <a:noFill/>
          </a:ln>
        </p:spPr>
        <p:txBody>
          <a:bodyPr/>
          <a:lstStyle/>
          <a:p>
            <a:endParaRPr lang="vi-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21"/>
        <p:cNvGrpSpPr/>
        <p:nvPr/>
      </p:nvGrpSpPr>
      <p:grpSpPr>
        <a:xfrm>
          <a:off x="0" y="0"/>
          <a:ext cx="0" cy="0"/>
          <a:chOff x="0" y="0"/>
          <a:chExt cx="0" cy="0"/>
        </a:xfrm>
      </p:grpSpPr>
      <p:pic>
        <p:nvPicPr>
          <p:cNvPr id="522" name="Google Shape;522;p18"/>
          <p:cNvPicPr preferRelativeResize="0"/>
          <p:nvPr/>
        </p:nvPicPr>
        <p:blipFill>
          <a:blip r:embed="rId3">
            <a:alphaModFix/>
          </a:blip>
          <a:stretch>
            <a:fillRect/>
          </a:stretch>
        </p:blipFill>
        <p:spPr>
          <a:xfrm>
            <a:off x="4089980" y="0"/>
            <a:ext cx="14196613" cy="10286999"/>
          </a:xfrm>
          <a:prstGeom prst="rect">
            <a:avLst/>
          </a:prstGeom>
          <a:noFill/>
          <a:ln>
            <a:noFill/>
          </a:ln>
        </p:spPr>
      </p:pic>
      <p:sp>
        <p:nvSpPr>
          <p:cNvPr id="523" name="Google Shape;523;p18"/>
          <p:cNvSpPr/>
          <p:nvPr/>
        </p:nvSpPr>
        <p:spPr>
          <a:xfrm>
            <a:off x="15740819" y="8229600"/>
            <a:ext cx="3366655" cy="4114800"/>
          </a:xfrm>
          <a:custGeom>
            <a:avLst/>
            <a:gdLst/>
            <a:ahLst/>
            <a:cxnLst/>
            <a:rect l="l" t="t" r="r" b="b"/>
            <a:pathLst>
              <a:path w="3366655" h="4114800" extrusionOk="0">
                <a:moveTo>
                  <a:pt x="0" y="0"/>
                </a:moveTo>
                <a:lnTo>
                  <a:pt x="3366654" y="0"/>
                </a:lnTo>
                <a:lnTo>
                  <a:pt x="3366654" y="4114800"/>
                </a:lnTo>
                <a:lnTo>
                  <a:pt x="0" y="4114800"/>
                </a:lnTo>
                <a:lnTo>
                  <a:pt x="0" y="0"/>
                </a:lnTo>
                <a:close/>
              </a:path>
            </a:pathLst>
          </a:custGeom>
          <a:blipFill rotWithShape="1">
            <a:blip r:embed="rId4">
              <a:alphaModFix/>
            </a:blip>
            <a:stretch>
              <a:fillRect/>
            </a:stretch>
          </a:blipFill>
          <a:ln>
            <a:noFill/>
          </a:ln>
        </p:spPr>
        <p:txBody>
          <a:bodyPr/>
          <a:lstStyle/>
          <a:p>
            <a:endParaRPr lang="vi-VN"/>
          </a:p>
        </p:txBody>
      </p:sp>
      <p:sp>
        <p:nvSpPr>
          <p:cNvPr id="524" name="Google Shape;524;p18"/>
          <p:cNvSpPr/>
          <p:nvPr/>
        </p:nvSpPr>
        <p:spPr>
          <a:xfrm>
            <a:off x="-3235907" y="-1028700"/>
            <a:ext cx="5466522" cy="4114800"/>
          </a:xfrm>
          <a:custGeom>
            <a:avLst/>
            <a:gdLst/>
            <a:ahLst/>
            <a:cxnLst/>
            <a:rect l="l" t="t" r="r" b="b"/>
            <a:pathLst>
              <a:path w="5466522" h="4114800" extrusionOk="0">
                <a:moveTo>
                  <a:pt x="0" y="0"/>
                </a:moveTo>
                <a:lnTo>
                  <a:pt x="5466522" y="0"/>
                </a:lnTo>
                <a:lnTo>
                  <a:pt x="5466522" y="4114800"/>
                </a:lnTo>
                <a:lnTo>
                  <a:pt x="0" y="4114800"/>
                </a:lnTo>
                <a:lnTo>
                  <a:pt x="0" y="0"/>
                </a:lnTo>
                <a:close/>
              </a:path>
            </a:pathLst>
          </a:custGeom>
          <a:blipFill rotWithShape="1">
            <a:blip r:embed="rId5">
              <a:alphaModFix/>
            </a:blip>
            <a:stretch>
              <a:fillRect/>
            </a:stretch>
          </a:blipFill>
          <a:ln>
            <a:noFill/>
          </a:ln>
        </p:spPr>
        <p:txBody>
          <a:bodyPr/>
          <a:lstStyle/>
          <a:p>
            <a:endParaRPr lang="vi-VN"/>
          </a:p>
        </p:txBody>
      </p:sp>
      <p:sp>
        <p:nvSpPr>
          <p:cNvPr id="525" name="Google Shape;525;p18"/>
          <p:cNvSpPr txBox="1"/>
          <p:nvPr/>
        </p:nvSpPr>
        <p:spPr>
          <a:xfrm>
            <a:off x="1299195" y="1694740"/>
            <a:ext cx="7850100" cy="7094100"/>
          </a:xfrm>
          <a:prstGeom prst="rect">
            <a:avLst/>
          </a:prstGeom>
          <a:noFill/>
          <a:ln>
            <a:noFill/>
          </a:ln>
        </p:spPr>
        <p:txBody>
          <a:bodyPr spcFirstLastPara="1" wrap="square" lIns="0" tIns="0" rIns="0" bIns="0" anchor="t" anchorCtr="0">
            <a:spAutoFit/>
          </a:bodyPr>
          <a:lstStyle/>
          <a:p>
            <a:pPr marL="0" marR="0" lvl="0" indent="0" algn="l" rtl="0">
              <a:lnSpc>
                <a:spcPct val="170000"/>
              </a:lnSpc>
              <a:spcBef>
                <a:spcPts val="0"/>
              </a:spcBef>
              <a:spcAft>
                <a:spcPts val="0"/>
              </a:spcAft>
              <a:buNone/>
            </a:pPr>
            <a:r>
              <a:rPr lang="en-US" sz="4115" b="0" i="0" u="none" strike="noStrike" cap="none">
                <a:solidFill>
                  <a:srgbClr val="FFFFFF"/>
                </a:solidFill>
                <a:latin typeface="Josefin Sans Light"/>
                <a:ea typeface="Josefin Sans Light"/>
                <a:cs typeface="Josefin Sans Light"/>
                <a:sym typeface="Josefin Sans Light"/>
              </a:rPr>
              <a:t>"PHOTOGRAPHY IS MY LANGUAGE, AND EVERY IMAGE IS A WORD IN THE STORY I TELL. JOIN ME ON THIS VISUAL JOURNEY THROUGH THE CHAPTERS OF LIGHT AND SHADOW."</a:t>
            </a:r>
            <a:endParaRPr/>
          </a:p>
        </p:txBody>
      </p:sp>
      <p:sp>
        <p:nvSpPr>
          <p:cNvPr id="526" name="Google Shape;526;p18"/>
          <p:cNvSpPr txBox="1"/>
          <p:nvPr/>
        </p:nvSpPr>
        <p:spPr>
          <a:xfrm rot="5400000">
            <a:off x="14822220" y="3193054"/>
            <a:ext cx="5280052" cy="405892"/>
          </a:xfrm>
          <a:prstGeom prst="rect">
            <a:avLst/>
          </a:prstGeom>
          <a:noFill/>
          <a:ln>
            <a:noFill/>
          </a:ln>
        </p:spPr>
        <p:txBody>
          <a:bodyPr spcFirstLastPara="1" wrap="square" lIns="0" tIns="0" rIns="0" bIns="0" anchor="t" anchorCtr="0">
            <a:spAutoFit/>
          </a:bodyPr>
          <a:lstStyle/>
          <a:p>
            <a:pPr marL="0" marR="0" lvl="0" indent="0" algn="l" rtl="0">
              <a:lnSpc>
                <a:spcPct val="152023"/>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FASHION | PORTRAIT | STREET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46"/>
        <p:cNvGrpSpPr/>
        <p:nvPr/>
      </p:nvGrpSpPr>
      <p:grpSpPr>
        <a:xfrm>
          <a:off x="0" y="0"/>
          <a:ext cx="0" cy="0"/>
          <a:chOff x="0" y="0"/>
          <a:chExt cx="0" cy="0"/>
        </a:xfrm>
      </p:grpSpPr>
      <p:pic>
        <p:nvPicPr>
          <p:cNvPr id="547" name="Google Shape;547;p20"/>
          <p:cNvPicPr preferRelativeResize="0"/>
          <p:nvPr/>
        </p:nvPicPr>
        <p:blipFill>
          <a:blip r:embed="rId3">
            <a:alphaModFix/>
          </a:blip>
          <a:stretch>
            <a:fillRect/>
          </a:stretch>
        </p:blipFill>
        <p:spPr>
          <a:xfrm>
            <a:off x="8681531" y="1028700"/>
            <a:ext cx="8625426" cy="8219520"/>
          </a:xfrm>
          <a:prstGeom prst="rect">
            <a:avLst/>
          </a:prstGeom>
          <a:noFill/>
          <a:ln>
            <a:noFill/>
          </a:ln>
        </p:spPr>
      </p:pic>
      <p:sp>
        <p:nvSpPr>
          <p:cNvPr id="548" name="Google Shape;548;p20"/>
          <p:cNvSpPr/>
          <p:nvPr/>
        </p:nvSpPr>
        <p:spPr>
          <a:xfrm>
            <a:off x="854487" y="4510049"/>
            <a:ext cx="1063257" cy="1063257"/>
          </a:xfrm>
          <a:custGeom>
            <a:avLst/>
            <a:gdLst/>
            <a:ahLst/>
            <a:cxnLst/>
            <a:rect l="l" t="t" r="r" b="b"/>
            <a:pathLst>
              <a:path w="1063257" h="1063257" extrusionOk="0">
                <a:moveTo>
                  <a:pt x="0" y="0"/>
                </a:moveTo>
                <a:lnTo>
                  <a:pt x="1063257" y="0"/>
                </a:lnTo>
                <a:lnTo>
                  <a:pt x="1063257" y="1063257"/>
                </a:lnTo>
                <a:lnTo>
                  <a:pt x="0" y="1063257"/>
                </a:lnTo>
                <a:lnTo>
                  <a:pt x="0" y="0"/>
                </a:lnTo>
                <a:close/>
              </a:path>
            </a:pathLst>
          </a:custGeom>
          <a:blipFill rotWithShape="1">
            <a:blip r:embed="rId4">
              <a:alphaModFix/>
            </a:blip>
            <a:stretch>
              <a:fillRect/>
            </a:stretch>
          </a:blipFill>
          <a:ln>
            <a:noFill/>
          </a:ln>
        </p:spPr>
        <p:txBody>
          <a:bodyPr/>
          <a:lstStyle/>
          <a:p>
            <a:endParaRPr lang="vi-VN"/>
          </a:p>
        </p:txBody>
      </p:sp>
      <p:sp>
        <p:nvSpPr>
          <p:cNvPr id="549" name="Google Shape;549;p20"/>
          <p:cNvSpPr/>
          <p:nvPr/>
        </p:nvSpPr>
        <p:spPr>
          <a:xfrm rot="10800000">
            <a:off x="6828924" y="914400"/>
            <a:ext cx="1063257" cy="1063257"/>
          </a:xfrm>
          <a:custGeom>
            <a:avLst/>
            <a:gdLst/>
            <a:ahLst/>
            <a:cxnLst/>
            <a:rect l="l" t="t" r="r" b="b"/>
            <a:pathLst>
              <a:path w="1063257" h="1063257" extrusionOk="0">
                <a:moveTo>
                  <a:pt x="0" y="0"/>
                </a:moveTo>
                <a:lnTo>
                  <a:pt x="1063257" y="0"/>
                </a:lnTo>
                <a:lnTo>
                  <a:pt x="1063257" y="1063257"/>
                </a:lnTo>
                <a:lnTo>
                  <a:pt x="0" y="1063257"/>
                </a:lnTo>
                <a:lnTo>
                  <a:pt x="0" y="0"/>
                </a:lnTo>
                <a:close/>
              </a:path>
            </a:pathLst>
          </a:custGeom>
          <a:blipFill rotWithShape="1">
            <a:blip r:embed="rId4">
              <a:alphaModFix/>
            </a:blip>
            <a:stretch>
              <a:fillRect/>
            </a:stretch>
          </a:blipFill>
          <a:ln>
            <a:noFill/>
          </a:ln>
        </p:spPr>
        <p:txBody>
          <a:bodyPr/>
          <a:lstStyle/>
          <a:p>
            <a:endParaRPr lang="vi-VN"/>
          </a:p>
        </p:txBody>
      </p:sp>
      <p:sp>
        <p:nvSpPr>
          <p:cNvPr id="550" name="Google Shape;550;p20"/>
          <p:cNvSpPr/>
          <p:nvPr/>
        </p:nvSpPr>
        <p:spPr>
          <a:xfrm rot="10800000">
            <a:off x="14468417" y="1019175"/>
            <a:ext cx="2848033" cy="1424016"/>
          </a:xfrm>
          <a:custGeom>
            <a:avLst/>
            <a:gdLst/>
            <a:ahLst/>
            <a:cxnLst/>
            <a:rect l="l" t="t" r="r" b="b"/>
            <a:pathLst>
              <a:path w="2848033" h="1424016" extrusionOk="0">
                <a:moveTo>
                  <a:pt x="2848033" y="1424016"/>
                </a:moveTo>
                <a:lnTo>
                  <a:pt x="0" y="1424016"/>
                </a:lnTo>
                <a:lnTo>
                  <a:pt x="0" y="0"/>
                </a:lnTo>
                <a:lnTo>
                  <a:pt x="2848033" y="0"/>
                </a:lnTo>
                <a:lnTo>
                  <a:pt x="2848033" y="1424016"/>
                </a:lnTo>
                <a:close/>
              </a:path>
            </a:pathLst>
          </a:custGeom>
          <a:blipFill rotWithShape="1">
            <a:blip r:embed="rId5">
              <a:alphaModFix/>
            </a:blip>
            <a:stretch>
              <a:fillRect/>
            </a:stretch>
          </a:blipFill>
          <a:ln>
            <a:noFill/>
          </a:ln>
        </p:spPr>
        <p:txBody>
          <a:bodyPr/>
          <a:lstStyle/>
          <a:p>
            <a:endParaRPr lang="vi-VN"/>
          </a:p>
        </p:txBody>
      </p:sp>
      <p:sp>
        <p:nvSpPr>
          <p:cNvPr id="551" name="Google Shape;551;p20"/>
          <p:cNvSpPr txBox="1"/>
          <p:nvPr/>
        </p:nvSpPr>
        <p:spPr>
          <a:xfrm>
            <a:off x="1028700" y="6159462"/>
            <a:ext cx="5955900" cy="1737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132" b="0" i="0" u="none" strike="noStrike" cap="none">
                <a:solidFill>
                  <a:srgbClr val="DDD5A2"/>
                </a:solidFill>
                <a:latin typeface="Josefin Sans Light"/>
                <a:ea typeface="Josefin Sans Light"/>
                <a:cs typeface="Josefin Sans Light"/>
                <a:sym typeface="Josefin Sans Light"/>
              </a:rPr>
              <a:t>PROJECT TITLE GOES HERE</a:t>
            </a:r>
            <a:endParaRPr/>
          </a:p>
        </p:txBody>
      </p:sp>
      <p:sp>
        <p:nvSpPr>
          <p:cNvPr id="552" name="Google Shape;552;p20"/>
          <p:cNvSpPr txBox="1"/>
          <p:nvPr/>
        </p:nvSpPr>
        <p:spPr>
          <a:xfrm>
            <a:off x="1028700" y="8248491"/>
            <a:ext cx="6730131" cy="824992"/>
          </a:xfrm>
          <a:prstGeom prst="rect">
            <a:avLst/>
          </a:prstGeom>
          <a:noFill/>
          <a:ln>
            <a:noFill/>
          </a:ln>
        </p:spPr>
        <p:txBody>
          <a:bodyPr spcFirstLastPara="1" wrap="square" lIns="0" tIns="0" rIns="0" bIns="0" anchor="t" anchorCtr="0">
            <a:spAutoFit/>
          </a:bodyPr>
          <a:lstStyle/>
          <a:p>
            <a:pPr marL="0" marR="0" lvl="1" indent="0" algn="l" rtl="0">
              <a:lnSpc>
                <a:spcPct val="152023"/>
              </a:lnSpc>
              <a:spcBef>
                <a:spcPts val="0"/>
              </a:spcBef>
              <a:spcAft>
                <a:spcPts val="0"/>
              </a:spcAft>
              <a:buNone/>
            </a:pPr>
            <a:r>
              <a:rPr lang="en-US" sz="2199" b="0" i="0" u="none" strike="noStrike" cap="none">
                <a:solidFill>
                  <a:srgbClr val="FFFFFF"/>
                </a:solidFill>
                <a:latin typeface="Josefin Sans"/>
                <a:ea typeface="Josefin Sans"/>
                <a:cs typeface="Josefin Sans"/>
                <a:sym typeface="Josefin Sans"/>
              </a:rPr>
              <a:t>Lorem ipsum dolor sit amet, consectetur adipiscing elit, sed do eiusmod tempor incididunt ut labore et.</a:t>
            </a:r>
            <a:endParaRPr/>
          </a:p>
        </p:txBody>
      </p:sp>
      <p:pic>
        <p:nvPicPr>
          <p:cNvPr id="553" name="Google Shape;553;p20"/>
          <p:cNvPicPr preferRelativeResize="0"/>
          <p:nvPr/>
        </p:nvPicPr>
        <p:blipFill>
          <a:blip r:embed="rId6">
            <a:alphaModFix/>
          </a:blip>
          <a:stretch>
            <a:fillRect/>
          </a:stretch>
        </p:blipFill>
        <p:spPr>
          <a:xfrm>
            <a:off x="981075" y="1028700"/>
            <a:ext cx="2927525" cy="4410310"/>
          </a:xfrm>
          <a:prstGeom prst="rect">
            <a:avLst/>
          </a:prstGeom>
          <a:noFill/>
          <a:ln>
            <a:noFill/>
          </a:ln>
        </p:spPr>
      </p:pic>
      <p:pic>
        <p:nvPicPr>
          <p:cNvPr id="554" name="Google Shape;554;p20"/>
          <p:cNvPicPr preferRelativeResize="0"/>
          <p:nvPr/>
        </p:nvPicPr>
        <p:blipFill>
          <a:blip r:embed="rId7">
            <a:alphaModFix/>
          </a:blip>
          <a:stretch>
            <a:fillRect/>
          </a:stretch>
        </p:blipFill>
        <p:spPr>
          <a:xfrm>
            <a:off x="4831300" y="1019175"/>
            <a:ext cx="2927525" cy="44102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58"/>
        <p:cNvGrpSpPr/>
        <p:nvPr/>
      </p:nvGrpSpPr>
      <p:grpSpPr>
        <a:xfrm>
          <a:off x="0" y="0"/>
          <a:ext cx="0" cy="0"/>
          <a:chOff x="0" y="0"/>
          <a:chExt cx="0" cy="0"/>
        </a:xfrm>
      </p:grpSpPr>
      <p:pic>
        <p:nvPicPr>
          <p:cNvPr id="559" name="Google Shape;559;p21"/>
          <p:cNvPicPr preferRelativeResize="0"/>
          <p:nvPr/>
        </p:nvPicPr>
        <p:blipFill>
          <a:blip r:embed="rId3">
            <a:alphaModFix/>
          </a:blip>
          <a:stretch>
            <a:fillRect/>
          </a:stretch>
        </p:blipFill>
        <p:spPr>
          <a:xfrm>
            <a:off x="782511" y="1832375"/>
            <a:ext cx="16722980" cy="6622251"/>
          </a:xfrm>
          <a:prstGeom prst="rect">
            <a:avLst/>
          </a:prstGeom>
          <a:noFill/>
          <a:ln>
            <a:noFill/>
          </a:ln>
        </p:spPr>
      </p:pic>
      <p:sp>
        <p:nvSpPr>
          <p:cNvPr id="560" name="Google Shape;560;p21"/>
          <p:cNvSpPr/>
          <p:nvPr/>
        </p:nvSpPr>
        <p:spPr>
          <a:xfrm>
            <a:off x="615939" y="6339041"/>
            <a:ext cx="2288551" cy="2288551"/>
          </a:xfrm>
          <a:custGeom>
            <a:avLst/>
            <a:gdLst/>
            <a:ahLst/>
            <a:cxnLst/>
            <a:rect l="l" t="t" r="r" b="b"/>
            <a:pathLst>
              <a:path w="2288551" h="2288551" extrusionOk="0">
                <a:moveTo>
                  <a:pt x="0" y="0"/>
                </a:moveTo>
                <a:lnTo>
                  <a:pt x="2288551" y="0"/>
                </a:lnTo>
                <a:lnTo>
                  <a:pt x="2288551" y="2288551"/>
                </a:lnTo>
                <a:lnTo>
                  <a:pt x="0" y="2288551"/>
                </a:lnTo>
                <a:lnTo>
                  <a:pt x="0" y="0"/>
                </a:lnTo>
                <a:close/>
              </a:path>
            </a:pathLst>
          </a:custGeom>
          <a:blipFill rotWithShape="1">
            <a:blip r:embed="rId4">
              <a:alphaModFix/>
            </a:blip>
            <a:stretch>
              <a:fillRect/>
            </a:stretch>
          </a:blipFill>
          <a:ln>
            <a:noFill/>
          </a:ln>
        </p:spPr>
        <p:txBody>
          <a:bodyPr/>
          <a:lstStyle/>
          <a:p>
            <a:endParaRPr lang="vi-VN"/>
          </a:p>
        </p:txBody>
      </p:sp>
      <p:sp>
        <p:nvSpPr>
          <p:cNvPr id="561" name="Google Shape;561;p21"/>
          <p:cNvSpPr/>
          <p:nvPr/>
        </p:nvSpPr>
        <p:spPr>
          <a:xfrm flipH="1">
            <a:off x="14667234" y="1832382"/>
            <a:ext cx="2844872" cy="1870504"/>
          </a:xfrm>
          <a:custGeom>
            <a:avLst/>
            <a:gdLst/>
            <a:ahLst/>
            <a:cxnLst/>
            <a:rect l="l" t="t" r="r" b="b"/>
            <a:pathLst>
              <a:path w="2844872" h="1870504" extrusionOk="0">
                <a:moveTo>
                  <a:pt x="2844873" y="0"/>
                </a:moveTo>
                <a:lnTo>
                  <a:pt x="0" y="0"/>
                </a:lnTo>
                <a:lnTo>
                  <a:pt x="0" y="1870503"/>
                </a:lnTo>
                <a:lnTo>
                  <a:pt x="2844873" y="1870503"/>
                </a:lnTo>
                <a:lnTo>
                  <a:pt x="2844873" y="0"/>
                </a:lnTo>
                <a:close/>
              </a:path>
            </a:pathLst>
          </a:custGeom>
          <a:blipFill rotWithShape="1">
            <a:blip r:embed="rId5">
              <a:alphaModFix/>
            </a:blip>
            <a:stretch>
              <a:fillRect/>
            </a:stretch>
          </a:blipFill>
          <a:ln>
            <a:noFill/>
          </a:ln>
        </p:spPr>
        <p:txBody>
          <a:bodyPr/>
          <a:lstStyle/>
          <a:p>
            <a:endParaRPr lang="vi-VN"/>
          </a:p>
        </p:txBody>
      </p:sp>
      <p:sp>
        <p:nvSpPr>
          <p:cNvPr id="562" name="Google Shape;562;p21"/>
          <p:cNvSpPr txBox="1"/>
          <p:nvPr/>
        </p:nvSpPr>
        <p:spPr>
          <a:xfrm>
            <a:off x="1201471" y="542925"/>
            <a:ext cx="5606676" cy="996819"/>
          </a:xfrm>
          <a:prstGeom prst="rect">
            <a:avLst/>
          </a:prstGeom>
          <a:noFill/>
          <a:ln>
            <a:noFill/>
          </a:ln>
        </p:spPr>
        <p:txBody>
          <a:bodyPr spcFirstLastPara="1" wrap="square" lIns="0" tIns="0" rIns="0" bIns="0" anchor="t" anchorCtr="0">
            <a:spAutoFit/>
          </a:bodyPr>
          <a:lstStyle/>
          <a:p>
            <a:pPr marL="0" marR="0" lvl="0" indent="0" algn="l" rtl="0">
              <a:lnSpc>
                <a:spcPct val="116993"/>
              </a:lnSpc>
              <a:spcBef>
                <a:spcPts val="0"/>
              </a:spcBef>
              <a:spcAft>
                <a:spcPts val="0"/>
              </a:spcAft>
              <a:buNone/>
            </a:pPr>
            <a:r>
              <a:rPr lang="en-US" sz="6632" b="0" i="0" u="none" strike="noStrike" cap="none">
                <a:solidFill>
                  <a:srgbClr val="FFFFFF"/>
                </a:solidFill>
                <a:latin typeface="Josefin Sans Light"/>
                <a:ea typeface="Josefin Sans Light"/>
                <a:cs typeface="Josefin Sans Light"/>
                <a:sym typeface="Josefin Sans Light"/>
              </a:rPr>
              <a:t>PROJECT 02</a:t>
            </a:r>
            <a:endParaRPr/>
          </a:p>
        </p:txBody>
      </p:sp>
      <p:sp>
        <p:nvSpPr>
          <p:cNvPr id="563" name="Google Shape;563;p21"/>
          <p:cNvSpPr txBox="1"/>
          <p:nvPr/>
        </p:nvSpPr>
        <p:spPr>
          <a:xfrm>
            <a:off x="3603467" y="8901044"/>
            <a:ext cx="13483061" cy="996819"/>
          </a:xfrm>
          <a:prstGeom prst="rect">
            <a:avLst/>
          </a:prstGeom>
          <a:noFill/>
          <a:ln>
            <a:noFill/>
          </a:ln>
        </p:spPr>
        <p:txBody>
          <a:bodyPr spcFirstLastPara="1" wrap="square" lIns="0" tIns="0" rIns="0" bIns="0" anchor="t" anchorCtr="0">
            <a:spAutoFit/>
          </a:bodyPr>
          <a:lstStyle/>
          <a:p>
            <a:pPr marL="0" marR="0" lvl="0" indent="0" algn="r" rtl="0">
              <a:lnSpc>
                <a:spcPct val="116993"/>
              </a:lnSpc>
              <a:spcBef>
                <a:spcPts val="0"/>
              </a:spcBef>
              <a:spcAft>
                <a:spcPts val="0"/>
              </a:spcAft>
              <a:buNone/>
            </a:pPr>
            <a:r>
              <a:rPr lang="en-US" sz="6632" b="0" i="0" u="none" strike="noStrike" cap="none">
                <a:solidFill>
                  <a:srgbClr val="DDD5A2"/>
                </a:solidFill>
                <a:latin typeface="Josefin Sans Light"/>
                <a:ea typeface="Josefin Sans Light"/>
                <a:cs typeface="Josefin Sans Light"/>
                <a:sym typeface="Josefin Sans Light"/>
              </a:rPr>
              <a:t>PORTRAIT PHOTOGRAPHY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83"/>
        <p:cNvGrpSpPr/>
        <p:nvPr/>
      </p:nvGrpSpPr>
      <p:grpSpPr>
        <a:xfrm>
          <a:off x="0" y="0"/>
          <a:ext cx="0" cy="0"/>
          <a:chOff x="0" y="0"/>
          <a:chExt cx="0" cy="0"/>
        </a:xfrm>
      </p:grpSpPr>
      <p:pic>
        <p:nvPicPr>
          <p:cNvPr id="584" name="Google Shape;584;p23"/>
          <p:cNvPicPr preferRelativeResize="0"/>
          <p:nvPr/>
        </p:nvPicPr>
        <p:blipFill>
          <a:blip r:embed="rId3">
            <a:alphaModFix/>
          </a:blip>
          <a:stretch>
            <a:fillRect/>
          </a:stretch>
        </p:blipFill>
        <p:spPr>
          <a:xfrm>
            <a:off x="12709052" y="6261075"/>
            <a:ext cx="4677300" cy="6870181"/>
          </a:xfrm>
          <a:prstGeom prst="rect">
            <a:avLst/>
          </a:prstGeom>
          <a:noFill/>
          <a:ln>
            <a:noFill/>
          </a:ln>
        </p:spPr>
      </p:pic>
      <p:pic>
        <p:nvPicPr>
          <p:cNvPr id="585" name="Google Shape;585;p23"/>
          <p:cNvPicPr preferRelativeResize="0"/>
          <p:nvPr/>
        </p:nvPicPr>
        <p:blipFill>
          <a:blip r:embed="rId4">
            <a:alphaModFix/>
          </a:blip>
          <a:stretch>
            <a:fillRect/>
          </a:stretch>
        </p:blipFill>
        <p:spPr>
          <a:xfrm>
            <a:off x="6790476" y="0"/>
            <a:ext cx="4633738" cy="6806211"/>
          </a:xfrm>
          <a:prstGeom prst="rect">
            <a:avLst/>
          </a:prstGeom>
          <a:noFill/>
          <a:ln>
            <a:noFill/>
          </a:ln>
        </p:spPr>
      </p:pic>
      <p:pic>
        <p:nvPicPr>
          <p:cNvPr id="586" name="Google Shape;586;p23"/>
          <p:cNvPicPr preferRelativeResize="0"/>
          <p:nvPr/>
        </p:nvPicPr>
        <p:blipFill>
          <a:blip r:embed="rId5">
            <a:alphaModFix/>
          </a:blip>
          <a:stretch>
            <a:fillRect/>
          </a:stretch>
        </p:blipFill>
        <p:spPr>
          <a:xfrm>
            <a:off x="901650" y="3375775"/>
            <a:ext cx="4677300" cy="6870183"/>
          </a:xfrm>
          <a:prstGeom prst="rect">
            <a:avLst/>
          </a:prstGeom>
          <a:noFill/>
          <a:ln>
            <a:noFill/>
          </a:ln>
        </p:spPr>
      </p:pic>
      <p:sp>
        <p:nvSpPr>
          <p:cNvPr id="587" name="Google Shape;587;p23"/>
          <p:cNvSpPr/>
          <p:nvPr/>
        </p:nvSpPr>
        <p:spPr>
          <a:xfrm flipH="1">
            <a:off x="0" y="0"/>
            <a:ext cx="1360077" cy="1724345"/>
          </a:xfrm>
          <a:custGeom>
            <a:avLst/>
            <a:gdLst/>
            <a:ahLst/>
            <a:cxnLst/>
            <a:rect l="l" t="t" r="r" b="b"/>
            <a:pathLst>
              <a:path w="1360077" h="1724345" extrusionOk="0">
                <a:moveTo>
                  <a:pt x="1360077" y="0"/>
                </a:moveTo>
                <a:lnTo>
                  <a:pt x="0" y="0"/>
                </a:lnTo>
                <a:lnTo>
                  <a:pt x="0" y="1724345"/>
                </a:lnTo>
                <a:lnTo>
                  <a:pt x="1360077" y="1724345"/>
                </a:lnTo>
                <a:lnTo>
                  <a:pt x="1360077" y="0"/>
                </a:lnTo>
                <a:close/>
              </a:path>
            </a:pathLst>
          </a:custGeom>
          <a:blipFill rotWithShape="1">
            <a:blip r:embed="rId6">
              <a:alphaModFix/>
            </a:blip>
            <a:stretch>
              <a:fillRect/>
            </a:stretch>
          </a:blipFill>
          <a:ln>
            <a:noFill/>
          </a:ln>
        </p:spPr>
        <p:txBody>
          <a:bodyPr/>
          <a:lstStyle/>
          <a:p>
            <a:endParaRPr lang="vi-VN"/>
          </a:p>
        </p:txBody>
      </p:sp>
      <p:sp>
        <p:nvSpPr>
          <p:cNvPr id="588" name="Google Shape;588;p23"/>
          <p:cNvSpPr/>
          <p:nvPr/>
        </p:nvSpPr>
        <p:spPr>
          <a:xfrm rot="5400000">
            <a:off x="16869605" y="8834139"/>
            <a:ext cx="1777159" cy="1059631"/>
          </a:xfrm>
          <a:custGeom>
            <a:avLst/>
            <a:gdLst/>
            <a:ahLst/>
            <a:cxnLst/>
            <a:rect l="l" t="t" r="r" b="b"/>
            <a:pathLst>
              <a:path w="1777159" h="1059631" extrusionOk="0">
                <a:moveTo>
                  <a:pt x="0" y="0"/>
                </a:moveTo>
                <a:lnTo>
                  <a:pt x="1777159" y="0"/>
                </a:lnTo>
                <a:lnTo>
                  <a:pt x="1777159" y="1059631"/>
                </a:lnTo>
                <a:lnTo>
                  <a:pt x="0" y="1059631"/>
                </a:lnTo>
                <a:lnTo>
                  <a:pt x="0" y="0"/>
                </a:lnTo>
                <a:close/>
              </a:path>
            </a:pathLst>
          </a:custGeom>
          <a:blipFill rotWithShape="1">
            <a:blip r:embed="rId7">
              <a:alphaModFix/>
            </a:blip>
            <a:stretch>
              <a:fillRect/>
            </a:stretch>
          </a:blipFill>
          <a:ln>
            <a:noFill/>
          </a:ln>
        </p:spPr>
        <p:txBody>
          <a:bodyPr/>
          <a:lstStyle/>
          <a:p>
            <a:endParaRPr lang="vi-VN"/>
          </a:p>
        </p:txBody>
      </p:sp>
      <p:sp>
        <p:nvSpPr>
          <p:cNvPr id="589" name="Google Shape;589;p23"/>
          <p:cNvSpPr txBox="1"/>
          <p:nvPr/>
        </p:nvSpPr>
        <p:spPr>
          <a:xfrm>
            <a:off x="6248590" y="1335758"/>
            <a:ext cx="10466966" cy="1104175"/>
          </a:xfrm>
          <a:prstGeom prst="rect">
            <a:avLst/>
          </a:prstGeom>
          <a:noFill/>
          <a:ln>
            <a:noFill/>
          </a:ln>
        </p:spPr>
        <p:txBody>
          <a:bodyPr spcFirstLastPara="1" wrap="square" lIns="0" tIns="0" rIns="0" bIns="0" anchor="t" anchorCtr="0">
            <a:spAutoFit/>
          </a:bodyPr>
          <a:lstStyle/>
          <a:p>
            <a:pPr marL="0" marR="0" lvl="0" indent="0" algn="r" rtl="0">
              <a:lnSpc>
                <a:spcPct val="117022"/>
              </a:lnSpc>
              <a:spcBef>
                <a:spcPts val="0"/>
              </a:spcBef>
              <a:spcAft>
                <a:spcPts val="0"/>
              </a:spcAft>
              <a:buNone/>
            </a:pPr>
            <a:r>
              <a:rPr lang="en-US" sz="7308" b="0" i="0" u="none" strike="noStrike" cap="none">
                <a:solidFill>
                  <a:srgbClr val="DDD5A2"/>
                </a:solidFill>
                <a:latin typeface="Josefin Sans Light"/>
                <a:ea typeface="Josefin Sans Light"/>
                <a:cs typeface="Josefin Sans Light"/>
                <a:sym typeface="Josefin Sans Light"/>
              </a:rPr>
              <a:t>PROJECT NAME</a:t>
            </a:r>
            <a:endParaRPr/>
          </a:p>
        </p:txBody>
      </p:sp>
      <p:sp>
        <p:nvSpPr>
          <p:cNvPr id="590" name="Google Shape;590;p23"/>
          <p:cNvSpPr txBox="1"/>
          <p:nvPr/>
        </p:nvSpPr>
        <p:spPr>
          <a:xfrm>
            <a:off x="7154048" y="8113679"/>
            <a:ext cx="3979903" cy="704342"/>
          </a:xfrm>
          <a:prstGeom prst="rect">
            <a:avLst/>
          </a:prstGeom>
          <a:noFill/>
          <a:ln>
            <a:noFill/>
          </a:ln>
        </p:spPr>
        <p:txBody>
          <a:bodyPr spcFirstLastPara="1" wrap="square" lIns="0" tIns="0" rIns="0" bIns="0" anchor="t" anchorCtr="0">
            <a:spAutoFit/>
          </a:bodyPr>
          <a:lstStyle/>
          <a:p>
            <a:pPr marL="0" marR="0" lvl="1" indent="0" algn="ctr" rtl="0">
              <a:lnSpc>
                <a:spcPct val="127012"/>
              </a:lnSpc>
              <a:spcBef>
                <a:spcPts val="0"/>
              </a:spcBef>
              <a:spcAft>
                <a:spcPts val="0"/>
              </a:spcAft>
              <a:buNone/>
            </a:pPr>
            <a:r>
              <a:rPr lang="en-US" sz="2199" b="0" i="0" u="none" strike="noStrike" cap="none">
                <a:solidFill>
                  <a:srgbClr val="FFFFFF"/>
                </a:solidFill>
                <a:latin typeface="Josefin Sans Light"/>
                <a:ea typeface="Josefin Sans Light"/>
                <a:cs typeface="Josefin Sans Light"/>
                <a:sym typeface="Josefin Sans Light"/>
              </a:rPr>
              <a:t>Lorem ipsum dolor sit amet, consectetur adipiscing elit.</a:t>
            </a:r>
            <a:endParaRPr/>
          </a:p>
        </p:txBody>
      </p:sp>
      <p:sp>
        <p:nvSpPr>
          <p:cNvPr id="591" name="Google Shape;591;p23"/>
          <p:cNvSpPr txBox="1"/>
          <p:nvPr/>
        </p:nvSpPr>
        <p:spPr>
          <a:xfrm>
            <a:off x="1250350" y="1521387"/>
            <a:ext cx="3979903" cy="704342"/>
          </a:xfrm>
          <a:prstGeom prst="rect">
            <a:avLst/>
          </a:prstGeom>
          <a:noFill/>
          <a:ln>
            <a:noFill/>
          </a:ln>
        </p:spPr>
        <p:txBody>
          <a:bodyPr spcFirstLastPara="1" wrap="square" lIns="0" tIns="0" rIns="0" bIns="0" anchor="t" anchorCtr="0">
            <a:spAutoFit/>
          </a:bodyPr>
          <a:lstStyle/>
          <a:p>
            <a:pPr marL="0" marR="0" lvl="1" indent="0" algn="ctr" rtl="0">
              <a:lnSpc>
                <a:spcPct val="127012"/>
              </a:lnSpc>
              <a:spcBef>
                <a:spcPts val="0"/>
              </a:spcBef>
              <a:spcAft>
                <a:spcPts val="0"/>
              </a:spcAft>
              <a:buNone/>
            </a:pPr>
            <a:r>
              <a:rPr lang="en-US" sz="2199" b="0" i="0" u="none" strike="noStrike" cap="none">
                <a:solidFill>
                  <a:srgbClr val="FFFFFF"/>
                </a:solidFill>
                <a:latin typeface="Josefin Sans Light"/>
                <a:ea typeface="Josefin Sans Light"/>
                <a:cs typeface="Josefin Sans Light"/>
                <a:sym typeface="Josefin Sans Light"/>
              </a:rPr>
              <a:t>Lorem ipsum dolor sit amet, consectetur adipiscing elit.</a:t>
            </a:r>
            <a:endParaRPr/>
          </a:p>
        </p:txBody>
      </p:sp>
      <p:sp>
        <p:nvSpPr>
          <p:cNvPr id="592" name="Google Shape;592;p23"/>
          <p:cNvSpPr txBox="1"/>
          <p:nvPr/>
        </p:nvSpPr>
        <p:spPr>
          <a:xfrm>
            <a:off x="13028013" y="3988802"/>
            <a:ext cx="3979903" cy="704342"/>
          </a:xfrm>
          <a:prstGeom prst="rect">
            <a:avLst/>
          </a:prstGeom>
          <a:noFill/>
          <a:ln>
            <a:noFill/>
          </a:ln>
        </p:spPr>
        <p:txBody>
          <a:bodyPr spcFirstLastPara="1" wrap="square" lIns="0" tIns="0" rIns="0" bIns="0" anchor="t" anchorCtr="0">
            <a:spAutoFit/>
          </a:bodyPr>
          <a:lstStyle/>
          <a:p>
            <a:pPr marL="0" marR="0" lvl="1" indent="0" algn="ctr" rtl="0">
              <a:lnSpc>
                <a:spcPct val="127012"/>
              </a:lnSpc>
              <a:spcBef>
                <a:spcPts val="0"/>
              </a:spcBef>
              <a:spcAft>
                <a:spcPts val="0"/>
              </a:spcAft>
              <a:buNone/>
            </a:pPr>
            <a:r>
              <a:rPr lang="en-US" sz="2199" b="0" i="0" u="none" strike="noStrike" cap="none">
                <a:solidFill>
                  <a:srgbClr val="FFFFFF"/>
                </a:solidFill>
                <a:latin typeface="Josefin Sans Light"/>
                <a:ea typeface="Josefin Sans Light"/>
                <a:cs typeface="Josefin Sans Light"/>
                <a:sym typeface="Josefin Sans Light"/>
              </a:rPr>
              <a:t>Lorem ipsum dolor sit amet, consectetur adipiscing elit.</a:t>
            </a:r>
            <a:endParaRPr/>
          </a:p>
        </p:txBody>
      </p:sp>
      <p:cxnSp>
        <p:nvCxnSpPr>
          <p:cNvPr id="593" name="Google Shape;593;p23"/>
          <p:cNvCxnSpPr/>
          <p:nvPr/>
        </p:nvCxnSpPr>
        <p:spPr>
          <a:xfrm rot="10800000">
            <a:off x="5593241" y="-15288472"/>
            <a:ext cx="0" cy="18023280"/>
          </a:xfrm>
          <a:prstGeom prst="straightConnector1">
            <a:avLst/>
          </a:prstGeom>
          <a:noFill/>
          <a:ln w="28575" cap="flat" cmpd="sng">
            <a:solidFill>
              <a:srgbClr val="DDD5A2"/>
            </a:solidFill>
            <a:prstDash val="solid"/>
            <a:round/>
            <a:headEnd type="none" w="sm" len="sm"/>
            <a:tailEnd type="none" w="sm" len="sm"/>
          </a:ln>
        </p:spPr>
      </p:cxnSp>
      <p:cxnSp>
        <p:nvCxnSpPr>
          <p:cNvPr id="594" name="Google Shape;594;p23"/>
          <p:cNvCxnSpPr/>
          <p:nvPr/>
        </p:nvCxnSpPr>
        <p:spPr>
          <a:xfrm rot="10800000">
            <a:off x="17370905" y="-13096419"/>
            <a:ext cx="0" cy="18023280"/>
          </a:xfrm>
          <a:prstGeom prst="straightConnector1">
            <a:avLst/>
          </a:prstGeom>
          <a:noFill/>
          <a:ln w="28575" cap="flat" cmpd="sng">
            <a:solidFill>
              <a:srgbClr val="DDD5A2"/>
            </a:solidFill>
            <a:prstDash val="solid"/>
            <a:round/>
            <a:headEnd type="none" w="sm" len="sm"/>
            <a:tailEnd type="none" w="sm" len="sm"/>
          </a:ln>
        </p:spPr>
      </p:cxnSp>
      <p:cxnSp>
        <p:nvCxnSpPr>
          <p:cNvPr id="595" name="Google Shape;595;p23"/>
          <p:cNvCxnSpPr/>
          <p:nvPr/>
        </p:nvCxnSpPr>
        <p:spPr>
          <a:xfrm rot="10800000">
            <a:off x="11482073" y="7804151"/>
            <a:ext cx="0" cy="18023280"/>
          </a:xfrm>
          <a:prstGeom prst="straightConnector1">
            <a:avLst/>
          </a:prstGeom>
          <a:noFill/>
          <a:ln w="28575" cap="flat" cmpd="sng">
            <a:solidFill>
              <a:srgbClr val="DDD5A2"/>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16"/>
        <p:cNvGrpSpPr/>
        <p:nvPr/>
      </p:nvGrpSpPr>
      <p:grpSpPr>
        <a:xfrm>
          <a:off x="0" y="0"/>
          <a:ext cx="0" cy="0"/>
          <a:chOff x="0" y="0"/>
          <a:chExt cx="0" cy="0"/>
        </a:xfrm>
      </p:grpSpPr>
      <p:pic>
        <p:nvPicPr>
          <p:cNvPr id="617" name="Google Shape;617;p25"/>
          <p:cNvPicPr preferRelativeResize="0"/>
          <p:nvPr/>
        </p:nvPicPr>
        <p:blipFill rotWithShape="1">
          <a:blip r:embed="rId3">
            <a:alphaModFix/>
          </a:blip>
          <a:srcRect l="42172" t="30016" r="33730" b="19141"/>
          <a:stretch/>
        </p:blipFill>
        <p:spPr>
          <a:xfrm rot="363603">
            <a:off x="8723217" y="3935148"/>
            <a:ext cx="4406897" cy="5230414"/>
          </a:xfrm>
          <a:prstGeom prst="rect">
            <a:avLst/>
          </a:prstGeom>
          <a:noFill/>
          <a:ln>
            <a:noFill/>
          </a:ln>
        </p:spPr>
      </p:pic>
      <p:cxnSp>
        <p:nvCxnSpPr>
          <p:cNvPr id="618" name="Google Shape;618;p25"/>
          <p:cNvCxnSpPr/>
          <p:nvPr/>
        </p:nvCxnSpPr>
        <p:spPr>
          <a:xfrm>
            <a:off x="3639247" y="3107531"/>
            <a:ext cx="25131975" cy="2738438"/>
          </a:xfrm>
          <a:prstGeom prst="straightConnector1">
            <a:avLst/>
          </a:prstGeom>
          <a:noFill/>
          <a:ln w="28575" cap="flat" cmpd="sng">
            <a:solidFill>
              <a:srgbClr val="DDD5A2"/>
            </a:solidFill>
            <a:prstDash val="solid"/>
            <a:round/>
            <a:headEnd type="none" w="sm" len="sm"/>
            <a:tailEnd type="none" w="sm" len="sm"/>
          </a:ln>
        </p:spPr>
      </p:cxnSp>
      <p:cxnSp>
        <p:nvCxnSpPr>
          <p:cNvPr id="619" name="Google Shape;619;p25"/>
          <p:cNvCxnSpPr/>
          <p:nvPr/>
        </p:nvCxnSpPr>
        <p:spPr>
          <a:xfrm>
            <a:off x="-17351905" y="-1321594"/>
            <a:ext cx="25131975" cy="2738438"/>
          </a:xfrm>
          <a:prstGeom prst="straightConnector1">
            <a:avLst/>
          </a:prstGeom>
          <a:noFill/>
          <a:ln w="28575" cap="flat" cmpd="sng">
            <a:solidFill>
              <a:srgbClr val="DDD5A2"/>
            </a:solidFill>
            <a:prstDash val="solid"/>
            <a:round/>
            <a:headEnd type="none" w="sm" len="sm"/>
            <a:tailEnd type="none" w="sm" len="sm"/>
          </a:ln>
        </p:spPr>
      </p:cxnSp>
      <p:cxnSp>
        <p:nvCxnSpPr>
          <p:cNvPr id="620" name="Google Shape;620;p25"/>
          <p:cNvCxnSpPr/>
          <p:nvPr/>
        </p:nvCxnSpPr>
        <p:spPr>
          <a:xfrm>
            <a:off x="-6070314" y="8452728"/>
            <a:ext cx="25131975" cy="2738438"/>
          </a:xfrm>
          <a:prstGeom prst="straightConnector1">
            <a:avLst/>
          </a:prstGeom>
          <a:noFill/>
          <a:ln w="28575" cap="flat" cmpd="sng">
            <a:solidFill>
              <a:srgbClr val="DDD5A2"/>
            </a:solidFill>
            <a:prstDash val="solid"/>
            <a:round/>
            <a:headEnd type="none" w="sm" len="sm"/>
            <a:tailEnd type="none" w="sm" len="sm"/>
          </a:ln>
        </p:spPr>
      </p:cxnSp>
      <p:cxnSp>
        <p:nvCxnSpPr>
          <p:cNvPr id="621" name="Google Shape;621;p25"/>
          <p:cNvCxnSpPr/>
          <p:nvPr/>
        </p:nvCxnSpPr>
        <p:spPr>
          <a:xfrm rot="10800000" flipH="1">
            <a:off x="6788098" y="-340519"/>
            <a:ext cx="1173767" cy="11098521"/>
          </a:xfrm>
          <a:prstGeom prst="straightConnector1">
            <a:avLst/>
          </a:prstGeom>
          <a:noFill/>
          <a:ln w="28575" cap="flat" cmpd="sng">
            <a:solidFill>
              <a:srgbClr val="DDD5A2"/>
            </a:solidFill>
            <a:prstDash val="solid"/>
            <a:round/>
            <a:headEnd type="none" w="sm" len="sm"/>
            <a:tailEnd type="none" w="sm" len="sm"/>
          </a:ln>
        </p:spPr>
      </p:cxnSp>
      <p:sp>
        <p:nvSpPr>
          <p:cNvPr id="622" name="Google Shape;622;p25"/>
          <p:cNvSpPr/>
          <p:nvPr/>
        </p:nvSpPr>
        <p:spPr>
          <a:xfrm rot="387073" flipH="1">
            <a:off x="16488230" y="3107090"/>
            <a:ext cx="1996546" cy="1497410"/>
          </a:xfrm>
          <a:custGeom>
            <a:avLst/>
            <a:gdLst/>
            <a:ahLst/>
            <a:cxnLst/>
            <a:rect l="l" t="t" r="r" b="b"/>
            <a:pathLst>
              <a:path w="1996546" h="1497410" extrusionOk="0">
                <a:moveTo>
                  <a:pt x="1996546" y="0"/>
                </a:moveTo>
                <a:lnTo>
                  <a:pt x="0" y="0"/>
                </a:lnTo>
                <a:lnTo>
                  <a:pt x="0" y="1497410"/>
                </a:lnTo>
                <a:lnTo>
                  <a:pt x="1996546" y="1497410"/>
                </a:lnTo>
                <a:lnTo>
                  <a:pt x="1996546" y="0"/>
                </a:lnTo>
                <a:close/>
              </a:path>
            </a:pathLst>
          </a:custGeom>
          <a:blipFill rotWithShape="1">
            <a:blip r:embed="rId4">
              <a:alphaModFix/>
            </a:blip>
            <a:stretch>
              <a:fillRect/>
            </a:stretch>
          </a:blipFill>
          <a:ln>
            <a:noFill/>
          </a:ln>
        </p:spPr>
        <p:txBody>
          <a:bodyPr/>
          <a:lstStyle/>
          <a:p>
            <a:endParaRPr lang="vi-VN"/>
          </a:p>
        </p:txBody>
      </p:sp>
      <p:sp>
        <p:nvSpPr>
          <p:cNvPr id="623" name="Google Shape;623;p25"/>
          <p:cNvSpPr txBox="1"/>
          <p:nvPr/>
        </p:nvSpPr>
        <p:spPr>
          <a:xfrm rot="371541">
            <a:off x="9589476" y="1101887"/>
            <a:ext cx="7395248" cy="232175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856" b="0" i="0" u="none" strike="noStrike" cap="none">
                <a:solidFill>
                  <a:srgbClr val="DDD5A2"/>
                </a:solidFill>
                <a:latin typeface="Josefin Sans Light"/>
                <a:ea typeface="Josefin Sans Light"/>
                <a:cs typeface="Josefin Sans Light"/>
                <a:sym typeface="Josefin Sans Light"/>
              </a:rPr>
              <a:t>PROJECT TITLE GOES HERE</a:t>
            </a:r>
            <a:endParaRPr/>
          </a:p>
        </p:txBody>
      </p:sp>
      <p:sp>
        <p:nvSpPr>
          <p:cNvPr id="624" name="Google Shape;624;p25"/>
          <p:cNvSpPr txBox="1"/>
          <p:nvPr/>
        </p:nvSpPr>
        <p:spPr>
          <a:xfrm rot="381826">
            <a:off x="1591302" y="8338673"/>
            <a:ext cx="4152104" cy="824992"/>
          </a:xfrm>
          <a:prstGeom prst="rect">
            <a:avLst/>
          </a:prstGeom>
          <a:noFill/>
          <a:ln>
            <a:noFill/>
          </a:ln>
        </p:spPr>
        <p:txBody>
          <a:bodyPr spcFirstLastPara="1" wrap="square" lIns="0" tIns="0" rIns="0" bIns="0" anchor="t" anchorCtr="0">
            <a:spAutoFit/>
          </a:bodyPr>
          <a:lstStyle/>
          <a:p>
            <a:pPr marL="0" marR="0" lvl="1" indent="0" algn="ctr" rtl="0">
              <a:lnSpc>
                <a:spcPct val="152023"/>
              </a:lnSpc>
              <a:spcBef>
                <a:spcPts val="0"/>
              </a:spcBef>
              <a:spcAft>
                <a:spcPts val="0"/>
              </a:spcAft>
              <a:buNone/>
            </a:pPr>
            <a:r>
              <a:rPr lang="en-US" sz="2199" b="0" i="0" u="none" strike="noStrike" cap="none">
                <a:solidFill>
                  <a:srgbClr val="FFFFFF"/>
                </a:solidFill>
                <a:latin typeface="Josefin Sans"/>
                <a:ea typeface="Josefin Sans"/>
                <a:cs typeface="Josefin Sans"/>
                <a:sym typeface="Josefin Sans"/>
              </a:rPr>
              <a:t>Lorem ipsum dolor sit amet, consectetur adipiscing elit.</a:t>
            </a:r>
            <a:endParaRPr/>
          </a:p>
        </p:txBody>
      </p:sp>
      <p:pic>
        <p:nvPicPr>
          <p:cNvPr id="625" name="Google Shape;625;p25"/>
          <p:cNvPicPr preferRelativeResize="0"/>
          <p:nvPr/>
        </p:nvPicPr>
        <p:blipFill rotWithShape="1">
          <a:blip r:embed="rId3">
            <a:alphaModFix/>
          </a:blip>
          <a:srcRect l="3437" t="19148" r="63536" b="14866"/>
          <a:stretch/>
        </p:blipFill>
        <p:spPr>
          <a:xfrm rot="363606">
            <a:off x="1362106" y="1082739"/>
            <a:ext cx="6039723" cy="6788028"/>
          </a:xfrm>
          <a:prstGeom prst="rect">
            <a:avLst/>
          </a:prstGeom>
          <a:noFill/>
          <a:ln>
            <a:noFill/>
          </a:ln>
        </p:spPr>
      </p:pic>
      <p:pic>
        <p:nvPicPr>
          <p:cNvPr id="626" name="Google Shape;626;p25"/>
          <p:cNvPicPr preferRelativeResize="0"/>
          <p:nvPr/>
        </p:nvPicPr>
        <p:blipFill rotWithShape="1">
          <a:blip r:embed="rId3">
            <a:alphaModFix/>
          </a:blip>
          <a:srcRect l="71530" t="30571" r="5619" b="19147"/>
          <a:stretch/>
        </p:blipFill>
        <p:spPr>
          <a:xfrm rot="363601">
            <a:off x="14371454" y="5923725"/>
            <a:ext cx="4179044" cy="51729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630"/>
        <p:cNvGrpSpPr/>
        <p:nvPr/>
      </p:nvGrpSpPr>
      <p:grpSpPr>
        <a:xfrm>
          <a:off x="0" y="0"/>
          <a:ext cx="0" cy="0"/>
          <a:chOff x="0" y="0"/>
          <a:chExt cx="0" cy="0"/>
        </a:xfrm>
      </p:grpSpPr>
      <p:pic>
        <p:nvPicPr>
          <p:cNvPr id="631" name="Google Shape;631;p26"/>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32" name="Google Shape;632;p26"/>
          <p:cNvSpPr/>
          <p:nvPr/>
        </p:nvSpPr>
        <p:spPr>
          <a:xfrm>
            <a:off x="15957143" y="0"/>
            <a:ext cx="2330857" cy="2955128"/>
          </a:xfrm>
          <a:custGeom>
            <a:avLst/>
            <a:gdLst/>
            <a:ahLst/>
            <a:cxnLst/>
            <a:rect l="l" t="t" r="r" b="b"/>
            <a:pathLst>
              <a:path w="2330857" h="2955128" extrusionOk="0">
                <a:moveTo>
                  <a:pt x="0" y="0"/>
                </a:moveTo>
                <a:lnTo>
                  <a:pt x="2330857" y="0"/>
                </a:lnTo>
                <a:lnTo>
                  <a:pt x="2330857" y="2955128"/>
                </a:lnTo>
                <a:lnTo>
                  <a:pt x="0" y="2955128"/>
                </a:lnTo>
                <a:lnTo>
                  <a:pt x="0" y="0"/>
                </a:lnTo>
                <a:close/>
              </a:path>
            </a:pathLst>
          </a:custGeom>
          <a:blipFill rotWithShape="1">
            <a:blip r:embed="rId4">
              <a:alphaModFix/>
            </a:blip>
            <a:stretch>
              <a:fillRect/>
            </a:stretch>
          </a:blipFill>
          <a:ln>
            <a:noFill/>
          </a:ln>
        </p:spPr>
        <p:txBody>
          <a:bodyPr/>
          <a:lstStyle/>
          <a:p>
            <a:endParaRPr lang="vi-VN"/>
          </a:p>
        </p:txBody>
      </p:sp>
      <p:sp>
        <p:nvSpPr>
          <p:cNvPr id="633" name="Google Shape;633;p26"/>
          <p:cNvSpPr/>
          <p:nvPr/>
        </p:nvSpPr>
        <p:spPr>
          <a:xfrm>
            <a:off x="-114300" y="8098474"/>
            <a:ext cx="3142331" cy="2270334"/>
          </a:xfrm>
          <a:custGeom>
            <a:avLst/>
            <a:gdLst/>
            <a:ahLst/>
            <a:cxnLst/>
            <a:rect l="l" t="t" r="r" b="b"/>
            <a:pathLst>
              <a:path w="3142331" h="2270334" extrusionOk="0">
                <a:moveTo>
                  <a:pt x="0" y="0"/>
                </a:moveTo>
                <a:lnTo>
                  <a:pt x="3142331" y="0"/>
                </a:lnTo>
                <a:lnTo>
                  <a:pt x="3142331" y="2270335"/>
                </a:lnTo>
                <a:lnTo>
                  <a:pt x="0" y="2270335"/>
                </a:lnTo>
                <a:lnTo>
                  <a:pt x="0" y="0"/>
                </a:lnTo>
                <a:close/>
              </a:path>
            </a:pathLst>
          </a:custGeom>
          <a:blipFill rotWithShape="1">
            <a:blip r:embed="rId5">
              <a:alphaModFix/>
            </a:blip>
            <a:stretch>
              <a:fillRect/>
            </a:stretch>
          </a:blipFill>
          <a:ln>
            <a:noFill/>
          </a:ln>
        </p:spPr>
        <p:txBody>
          <a:bodyPr/>
          <a:lstStyle/>
          <a:p>
            <a:endParaRPr lang="vi-VN"/>
          </a:p>
        </p:txBody>
      </p:sp>
      <p:sp>
        <p:nvSpPr>
          <p:cNvPr id="634" name="Google Shape;634;p26"/>
          <p:cNvSpPr/>
          <p:nvPr/>
        </p:nvSpPr>
        <p:spPr>
          <a:xfrm>
            <a:off x="-165355" y="8147791"/>
            <a:ext cx="3142331" cy="2270334"/>
          </a:xfrm>
          <a:custGeom>
            <a:avLst/>
            <a:gdLst/>
            <a:ahLst/>
            <a:cxnLst/>
            <a:rect l="l" t="t" r="r" b="b"/>
            <a:pathLst>
              <a:path w="3142331" h="2270334" extrusionOk="0">
                <a:moveTo>
                  <a:pt x="0" y="0"/>
                </a:moveTo>
                <a:lnTo>
                  <a:pt x="3142331" y="0"/>
                </a:lnTo>
                <a:lnTo>
                  <a:pt x="3142331" y="2270335"/>
                </a:lnTo>
                <a:lnTo>
                  <a:pt x="0" y="2270335"/>
                </a:lnTo>
                <a:lnTo>
                  <a:pt x="0" y="0"/>
                </a:lnTo>
                <a:close/>
              </a:path>
            </a:pathLst>
          </a:custGeom>
          <a:blipFill rotWithShape="1">
            <a:blip r:embed="rId6">
              <a:alphaModFix/>
            </a:blip>
            <a:stretch>
              <a:fillRect/>
            </a:stretch>
          </a:blipFill>
          <a:ln>
            <a:noFill/>
          </a:ln>
        </p:spPr>
        <p:txBody>
          <a:bodyPr/>
          <a:lstStyle/>
          <a:p>
            <a:endParaRPr lang="vi-VN"/>
          </a:p>
        </p:txBody>
      </p:sp>
      <p:sp>
        <p:nvSpPr>
          <p:cNvPr id="635" name="Google Shape;635;p26"/>
          <p:cNvSpPr txBox="1"/>
          <p:nvPr/>
        </p:nvSpPr>
        <p:spPr>
          <a:xfrm>
            <a:off x="7411645" y="6765506"/>
            <a:ext cx="9806100" cy="247500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7308" b="0" i="0" u="none" strike="noStrike" cap="none">
                <a:solidFill>
                  <a:srgbClr val="DDD5A2"/>
                </a:solidFill>
                <a:latin typeface="Josefin Sans Light"/>
                <a:ea typeface="Josefin Sans Light"/>
                <a:cs typeface="Josefin Sans Light"/>
                <a:sym typeface="Josefin Sans Light"/>
              </a:rPr>
              <a:t>HOPE TO WORK WITH YOU SOON</a:t>
            </a:r>
            <a:endParaRPr/>
          </a:p>
        </p:txBody>
      </p:sp>
      <p:sp>
        <p:nvSpPr>
          <p:cNvPr id="636" name="Google Shape;636;p26"/>
          <p:cNvSpPr txBox="1"/>
          <p:nvPr/>
        </p:nvSpPr>
        <p:spPr>
          <a:xfrm>
            <a:off x="1028700" y="571500"/>
            <a:ext cx="3896552" cy="2694305"/>
          </a:xfrm>
          <a:prstGeom prst="rect">
            <a:avLst/>
          </a:prstGeom>
          <a:noFill/>
          <a:ln>
            <a:noFill/>
          </a:ln>
        </p:spPr>
        <p:txBody>
          <a:bodyPr spcFirstLastPara="1" wrap="square" lIns="0" tIns="0" rIns="0" bIns="0" anchor="t" anchorCtr="0">
            <a:spAutoFit/>
          </a:bodyPr>
          <a:lstStyle/>
          <a:p>
            <a:pPr marL="0" marR="0" lvl="0" indent="0" algn="l" rtl="0">
              <a:lnSpc>
                <a:spcPct val="250068"/>
              </a:lnSpc>
              <a:spcBef>
                <a:spcPts val="0"/>
              </a:spcBef>
              <a:spcAft>
                <a:spcPts val="0"/>
              </a:spcAft>
              <a:buNone/>
            </a:pPr>
            <a:r>
              <a:rPr lang="en-US" sz="2199" b="0" i="0" u="none" strike="noStrike" cap="none">
                <a:solidFill>
                  <a:srgbClr val="DDD5A2"/>
                </a:solidFill>
                <a:latin typeface="Josefin Sans"/>
                <a:ea typeface="Josefin Sans"/>
                <a:cs typeface="Josefin Sans"/>
                <a:sym typeface="Josefin Sans"/>
              </a:rPr>
              <a:t>+ 123 456 7890</a:t>
            </a:r>
            <a:endParaRPr/>
          </a:p>
          <a:p>
            <a:pPr marL="0" marR="0" lvl="0" indent="0" algn="l" rtl="0">
              <a:lnSpc>
                <a:spcPct val="250068"/>
              </a:lnSpc>
              <a:spcBef>
                <a:spcPts val="0"/>
              </a:spcBef>
              <a:spcAft>
                <a:spcPts val="0"/>
              </a:spcAft>
              <a:buNone/>
            </a:pPr>
            <a:r>
              <a:rPr lang="en-US" sz="2199" b="0" i="0" u="none" strike="noStrike" cap="none">
                <a:solidFill>
                  <a:srgbClr val="DDD5A2"/>
                </a:solidFill>
                <a:latin typeface="Josefin Sans"/>
                <a:ea typeface="Josefin Sans"/>
                <a:cs typeface="Josefin Sans"/>
                <a:sym typeface="Josefin Sans"/>
              </a:rPr>
              <a:t>hello@reallygreatsite.com</a:t>
            </a:r>
            <a:endParaRPr/>
          </a:p>
          <a:p>
            <a:pPr marL="0" marR="0" lvl="0" indent="0" algn="l" rtl="0">
              <a:lnSpc>
                <a:spcPct val="250068"/>
              </a:lnSpc>
              <a:spcBef>
                <a:spcPts val="0"/>
              </a:spcBef>
              <a:spcAft>
                <a:spcPts val="0"/>
              </a:spcAft>
              <a:buNone/>
            </a:pPr>
            <a:r>
              <a:rPr lang="en-US" sz="2199" b="0" i="0" u="none" strike="noStrike" cap="none">
                <a:solidFill>
                  <a:srgbClr val="DDD5A2"/>
                </a:solidFill>
                <a:latin typeface="Josefin Sans"/>
                <a:ea typeface="Josefin Sans"/>
                <a:cs typeface="Josefin Sans"/>
                <a:sym typeface="Josefin Sans"/>
              </a:rPr>
              <a:t>www.reallygreatsite.com</a:t>
            </a:r>
            <a:endParaRPr/>
          </a:p>
          <a:p>
            <a:pPr marL="0" marR="0" lvl="0" indent="0" algn="l" rtl="0">
              <a:lnSpc>
                <a:spcPct val="250068"/>
              </a:lnSpc>
              <a:spcBef>
                <a:spcPts val="0"/>
              </a:spcBef>
              <a:spcAft>
                <a:spcPts val="0"/>
              </a:spcAft>
              <a:buNone/>
            </a:pPr>
            <a:r>
              <a:rPr lang="en-US" sz="2199" b="0" i="0" u="none" strike="noStrike" cap="none">
                <a:solidFill>
                  <a:srgbClr val="DDD5A2"/>
                </a:solidFill>
                <a:latin typeface="Josefin Sans"/>
                <a:ea typeface="Josefin Sans"/>
                <a:cs typeface="Josefin Sans"/>
                <a:sym typeface="Josefin Sans"/>
              </a:rPr>
              <a:t>@reallygreatsite</a:t>
            </a:r>
            <a:endParaRPr/>
          </a:p>
        </p:txBody>
      </p:sp>
      <p:cxnSp>
        <p:nvCxnSpPr>
          <p:cNvPr id="637" name="Google Shape;637;p26"/>
          <p:cNvCxnSpPr/>
          <p:nvPr/>
        </p:nvCxnSpPr>
        <p:spPr>
          <a:xfrm>
            <a:off x="12395067" y="6135734"/>
            <a:ext cx="25280728" cy="0"/>
          </a:xfrm>
          <a:prstGeom prst="straightConnector1">
            <a:avLst/>
          </a:prstGeom>
          <a:noFill/>
          <a:ln w="28575" cap="flat" cmpd="sng">
            <a:solidFill>
              <a:srgbClr val="DDD5A2"/>
            </a:solidFill>
            <a:prstDash val="solid"/>
            <a:round/>
            <a:headEnd type="none" w="sm" len="sm"/>
            <a:tailEnd type="none" w="sm" len="sm"/>
          </a:ln>
        </p:spPr>
      </p:cxnSp>
      <p:cxnSp>
        <p:nvCxnSpPr>
          <p:cNvPr id="638" name="Google Shape;638;p26"/>
          <p:cNvCxnSpPr/>
          <p:nvPr/>
        </p:nvCxnSpPr>
        <p:spPr>
          <a:xfrm>
            <a:off x="-8158156" y="3972096"/>
            <a:ext cx="14106768" cy="0"/>
          </a:xfrm>
          <a:prstGeom prst="straightConnector1">
            <a:avLst/>
          </a:prstGeom>
          <a:noFill/>
          <a:ln w="28575" cap="flat" cmpd="sng">
            <a:solidFill>
              <a:srgbClr val="DDD5A2"/>
            </a:solidFill>
            <a:prstDash val="solid"/>
            <a:round/>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DD5A2"/>
        </a:solidFill>
        <a:effectLst/>
      </p:bgPr>
    </p:bg>
    <p:spTree>
      <p:nvGrpSpPr>
        <p:cNvPr id="1" name="Shape 642"/>
        <p:cNvGrpSpPr/>
        <p:nvPr/>
      </p:nvGrpSpPr>
      <p:grpSpPr>
        <a:xfrm>
          <a:off x="0" y="0"/>
          <a:ext cx="0" cy="0"/>
          <a:chOff x="0" y="0"/>
          <a:chExt cx="0" cy="0"/>
        </a:xfrm>
      </p:grpSpPr>
      <p:sp>
        <p:nvSpPr>
          <p:cNvPr id="643" name="Google Shape;643;p27"/>
          <p:cNvSpPr txBox="1"/>
          <p:nvPr/>
        </p:nvSpPr>
        <p:spPr>
          <a:xfrm>
            <a:off x="952500" y="4526915"/>
            <a:ext cx="3863700" cy="480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This presentation template</a:t>
            </a:r>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uses the following free fonts:</a:t>
            </a:r>
            <a:endParaRPr/>
          </a:p>
          <a:p>
            <a:pPr marL="0" marR="0" lvl="0" indent="0" algn="l" rtl="0">
              <a:lnSpc>
                <a:spcPct val="120000"/>
              </a:lnSpc>
              <a:spcBef>
                <a:spcPts val="0"/>
              </a:spcBef>
              <a:spcAft>
                <a:spcPts val="0"/>
              </a:spcAft>
              <a:buNone/>
            </a:pPr>
            <a:endParaRPr sz="2199" b="0" i="0" u="none" strike="noStrike" cap="none">
              <a:solidFill>
                <a:srgbClr val="000000"/>
              </a:solidFill>
              <a:latin typeface="Josefin Sans"/>
              <a:ea typeface="Josefin Sans"/>
              <a:cs typeface="Josefin Sans"/>
              <a:sym typeface="Josefin Sans"/>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Titles: Josefin Sans</a:t>
            </a:r>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Headers: Josefin Sans</a:t>
            </a:r>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Body Copy: Josefin Sans</a:t>
            </a:r>
            <a:endParaRPr/>
          </a:p>
          <a:p>
            <a:pPr marL="0" marR="0" lvl="0" indent="0" algn="l" rtl="0">
              <a:lnSpc>
                <a:spcPct val="120000"/>
              </a:lnSpc>
              <a:spcBef>
                <a:spcPts val="0"/>
              </a:spcBef>
              <a:spcAft>
                <a:spcPts val="0"/>
              </a:spcAft>
              <a:buNone/>
            </a:pPr>
            <a:endParaRPr sz="2199" b="0" i="0" u="none" strike="noStrike" cap="none">
              <a:solidFill>
                <a:srgbClr val="000000"/>
              </a:solidFill>
              <a:latin typeface="Josefin Sans"/>
              <a:ea typeface="Josefin Sans"/>
              <a:cs typeface="Josefin Sans"/>
              <a:sym typeface="Josefin Sans"/>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You can find these fonts</a:t>
            </a:r>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online too. Happy designing! </a:t>
            </a:r>
            <a:endParaRPr/>
          </a:p>
          <a:p>
            <a:pPr marL="0" marR="0" lvl="0" indent="0" algn="l" rtl="0">
              <a:lnSpc>
                <a:spcPct val="120000"/>
              </a:lnSpc>
              <a:spcBef>
                <a:spcPts val="0"/>
              </a:spcBef>
              <a:spcAft>
                <a:spcPts val="0"/>
              </a:spcAft>
              <a:buNone/>
            </a:pPr>
            <a:endParaRPr sz="2199" b="0" i="0" u="none" strike="noStrike" cap="none">
              <a:solidFill>
                <a:srgbClr val="000000"/>
              </a:solidFill>
              <a:latin typeface="Josefin Sans"/>
              <a:ea typeface="Josefin Sans"/>
              <a:cs typeface="Josefin Sans"/>
              <a:sym typeface="Josefin Sans"/>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Don't forget to delete this</a:t>
            </a:r>
            <a:endParaRPr/>
          </a:p>
          <a:p>
            <a:pPr marL="0" marR="0" lvl="0" indent="0" algn="l" rtl="0">
              <a:lnSpc>
                <a:spcPct val="120000"/>
              </a:lnSpc>
              <a:spcBef>
                <a:spcPts val="0"/>
              </a:spcBef>
              <a:spcAft>
                <a:spcPts val="0"/>
              </a:spcAft>
              <a:buNone/>
            </a:pPr>
            <a:r>
              <a:rPr lang="en-US" sz="2199" b="0" i="0" u="none" strike="noStrike" cap="none">
                <a:solidFill>
                  <a:srgbClr val="000000"/>
                </a:solidFill>
                <a:latin typeface="Josefin Sans"/>
                <a:ea typeface="Josefin Sans"/>
                <a:cs typeface="Josefin Sans"/>
                <a:sym typeface="Josefin Sans"/>
              </a:rPr>
              <a:t>page before presenting. </a:t>
            </a:r>
            <a:endParaRPr/>
          </a:p>
        </p:txBody>
      </p:sp>
      <p:sp>
        <p:nvSpPr>
          <p:cNvPr id="644" name="Google Shape;644;p27"/>
          <p:cNvSpPr txBox="1"/>
          <p:nvPr/>
        </p:nvSpPr>
        <p:spPr>
          <a:xfrm>
            <a:off x="952500" y="3076816"/>
            <a:ext cx="4178100" cy="744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99" b="1" i="0" u="none" strike="noStrike" cap="none">
                <a:solidFill>
                  <a:srgbClr val="000000"/>
                </a:solidFill>
                <a:latin typeface="Josefin Sans"/>
                <a:ea typeface="Josefin Sans"/>
                <a:cs typeface="Josefin Sans"/>
                <a:sym typeface="Josefin Sans"/>
              </a:rPr>
              <a:t>Use these design resources</a:t>
            </a:r>
            <a:endParaRPr/>
          </a:p>
          <a:p>
            <a:pPr marL="0" marR="0" lvl="1" indent="0" algn="l" rtl="0">
              <a:lnSpc>
                <a:spcPct val="120000"/>
              </a:lnSpc>
              <a:spcBef>
                <a:spcPts val="0"/>
              </a:spcBef>
              <a:spcAft>
                <a:spcPts val="0"/>
              </a:spcAft>
              <a:buNone/>
            </a:pPr>
            <a:r>
              <a:rPr lang="en-US" sz="2199" b="1" i="0" u="none" strike="noStrike" cap="none">
                <a:solidFill>
                  <a:srgbClr val="000000"/>
                </a:solidFill>
                <a:latin typeface="Josefin Sans"/>
                <a:ea typeface="Josefin Sans"/>
                <a:cs typeface="Josefin Sans"/>
                <a:sym typeface="Josefin Sans"/>
              </a:rPr>
              <a:t>in your Canva Presentation.</a:t>
            </a:r>
            <a:endParaRPr/>
          </a:p>
        </p:txBody>
      </p:sp>
      <p:sp>
        <p:nvSpPr>
          <p:cNvPr id="645" name="Google Shape;645;p27"/>
          <p:cNvSpPr txBox="1"/>
          <p:nvPr/>
        </p:nvSpPr>
        <p:spPr>
          <a:xfrm>
            <a:off x="952500" y="849675"/>
            <a:ext cx="3863700" cy="189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154" b="0" i="0" u="none" strike="noStrike" cap="none">
                <a:solidFill>
                  <a:srgbClr val="000000"/>
                </a:solidFill>
                <a:latin typeface="Josefin Sans"/>
                <a:ea typeface="Josefin Sans"/>
                <a:cs typeface="Josefin Sans"/>
                <a:sym typeface="Josefin Sans"/>
              </a:rPr>
              <a:t>Resource</a:t>
            </a:r>
            <a:endParaRPr/>
          </a:p>
          <a:p>
            <a:pPr marL="0" marR="0" lvl="0" indent="0" algn="l" rtl="0">
              <a:lnSpc>
                <a:spcPct val="100000"/>
              </a:lnSpc>
              <a:spcBef>
                <a:spcPts val="0"/>
              </a:spcBef>
              <a:spcAft>
                <a:spcPts val="0"/>
              </a:spcAft>
              <a:buNone/>
            </a:pPr>
            <a:r>
              <a:rPr lang="en-US" sz="6154" b="0" i="0" u="none" strike="noStrike" cap="none">
                <a:solidFill>
                  <a:srgbClr val="000000"/>
                </a:solidFill>
                <a:latin typeface="Josefin Sans"/>
                <a:ea typeface="Josefin Sans"/>
                <a:cs typeface="Josefin Sans"/>
                <a:sym typeface="Josefin Sans"/>
              </a:rPr>
              <a:t>Page</a:t>
            </a:r>
            <a:endParaRPr/>
          </a:p>
        </p:txBody>
      </p:sp>
      <p:sp>
        <p:nvSpPr>
          <p:cNvPr id="646" name="Google Shape;646;p27"/>
          <p:cNvSpPr/>
          <p:nvPr/>
        </p:nvSpPr>
        <p:spPr>
          <a:xfrm flipH="1">
            <a:off x="9769945" y="3733697"/>
            <a:ext cx="1856208" cy="1392156"/>
          </a:xfrm>
          <a:custGeom>
            <a:avLst/>
            <a:gdLst/>
            <a:ahLst/>
            <a:cxnLst/>
            <a:rect l="l" t="t" r="r" b="b"/>
            <a:pathLst>
              <a:path w="1856208" h="1392156" extrusionOk="0">
                <a:moveTo>
                  <a:pt x="1856209" y="0"/>
                </a:moveTo>
                <a:lnTo>
                  <a:pt x="0" y="0"/>
                </a:lnTo>
                <a:lnTo>
                  <a:pt x="0" y="1392156"/>
                </a:lnTo>
                <a:lnTo>
                  <a:pt x="1856209" y="1392156"/>
                </a:lnTo>
                <a:lnTo>
                  <a:pt x="1856209" y="0"/>
                </a:lnTo>
                <a:close/>
              </a:path>
            </a:pathLst>
          </a:custGeom>
          <a:blipFill rotWithShape="1">
            <a:blip r:embed="rId3">
              <a:alphaModFix/>
            </a:blip>
            <a:stretch>
              <a:fillRect/>
            </a:stretch>
          </a:blipFill>
          <a:ln>
            <a:noFill/>
          </a:ln>
        </p:spPr>
        <p:txBody>
          <a:bodyPr/>
          <a:lstStyle/>
          <a:p>
            <a:endParaRPr lang="vi-VN"/>
          </a:p>
        </p:txBody>
      </p:sp>
      <p:sp>
        <p:nvSpPr>
          <p:cNvPr id="647" name="Google Shape;647;p27"/>
          <p:cNvSpPr/>
          <p:nvPr/>
        </p:nvSpPr>
        <p:spPr>
          <a:xfrm flipH="1">
            <a:off x="5889799" y="1155288"/>
            <a:ext cx="1684383" cy="1684383"/>
          </a:xfrm>
          <a:custGeom>
            <a:avLst/>
            <a:gdLst/>
            <a:ahLst/>
            <a:cxnLst/>
            <a:rect l="l" t="t" r="r" b="b"/>
            <a:pathLst>
              <a:path w="1684383" h="1684383" extrusionOk="0">
                <a:moveTo>
                  <a:pt x="1684383" y="0"/>
                </a:moveTo>
                <a:lnTo>
                  <a:pt x="0" y="0"/>
                </a:lnTo>
                <a:lnTo>
                  <a:pt x="0" y="1684382"/>
                </a:lnTo>
                <a:lnTo>
                  <a:pt x="1684383" y="1684382"/>
                </a:lnTo>
                <a:lnTo>
                  <a:pt x="1684383" y="0"/>
                </a:lnTo>
                <a:close/>
              </a:path>
            </a:pathLst>
          </a:custGeom>
          <a:blipFill rotWithShape="1">
            <a:blip r:embed="rId4">
              <a:alphaModFix/>
            </a:blip>
            <a:stretch>
              <a:fillRect/>
            </a:stretch>
          </a:blipFill>
          <a:ln>
            <a:noFill/>
          </a:ln>
        </p:spPr>
        <p:txBody>
          <a:bodyPr/>
          <a:lstStyle/>
          <a:p>
            <a:endParaRPr lang="vi-VN"/>
          </a:p>
        </p:txBody>
      </p:sp>
      <p:sp>
        <p:nvSpPr>
          <p:cNvPr id="648" name="Google Shape;648;p27"/>
          <p:cNvSpPr/>
          <p:nvPr/>
        </p:nvSpPr>
        <p:spPr>
          <a:xfrm>
            <a:off x="13606867" y="1312357"/>
            <a:ext cx="3661958" cy="206401"/>
          </a:xfrm>
          <a:custGeom>
            <a:avLst/>
            <a:gdLst/>
            <a:ahLst/>
            <a:cxnLst/>
            <a:rect l="l" t="t" r="r" b="b"/>
            <a:pathLst>
              <a:path w="3661958" h="206401" extrusionOk="0">
                <a:moveTo>
                  <a:pt x="0" y="0"/>
                </a:moveTo>
                <a:lnTo>
                  <a:pt x="3661958" y="0"/>
                </a:lnTo>
                <a:lnTo>
                  <a:pt x="3661958" y="206401"/>
                </a:lnTo>
                <a:lnTo>
                  <a:pt x="0" y="206401"/>
                </a:lnTo>
                <a:lnTo>
                  <a:pt x="0" y="0"/>
                </a:lnTo>
                <a:close/>
              </a:path>
            </a:pathLst>
          </a:custGeom>
          <a:blipFill rotWithShape="1">
            <a:blip r:embed="rId5">
              <a:alphaModFix/>
            </a:blip>
            <a:stretch>
              <a:fillRect/>
            </a:stretch>
          </a:blipFill>
          <a:ln>
            <a:noFill/>
          </a:ln>
        </p:spPr>
        <p:txBody>
          <a:bodyPr/>
          <a:lstStyle/>
          <a:p>
            <a:endParaRPr lang="vi-VN"/>
          </a:p>
        </p:txBody>
      </p:sp>
      <p:sp>
        <p:nvSpPr>
          <p:cNvPr id="649" name="Google Shape;649;p27"/>
          <p:cNvSpPr/>
          <p:nvPr/>
        </p:nvSpPr>
        <p:spPr>
          <a:xfrm>
            <a:off x="5424767" y="8280031"/>
            <a:ext cx="2780604" cy="834181"/>
          </a:xfrm>
          <a:custGeom>
            <a:avLst/>
            <a:gdLst/>
            <a:ahLst/>
            <a:cxnLst/>
            <a:rect l="l" t="t" r="r" b="b"/>
            <a:pathLst>
              <a:path w="2780604" h="834181" extrusionOk="0">
                <a:moveTo>
                  <a:pt x="0" y="0"/>
                </a:moveTo>
                <a:lnTo>
                  <a:pt x="2780603" y="0"/>
                </a:lnTo>
                <a:lnTo>
                  <a:pt x="2780603" y="834181"/>
                </a:lnTo>
                <a:lnTo>
                  <a:pt x="0" y="834181"/>
                </a:lnTo>
                <a:lnTo>
                  <a:pt x="0" y="0"/>
                </a:lnTo>
                <a:close/>
              </a:path>
            </a:pathLst>
          </a:custGeom>
          <a:blipFill rotWithShape="1">
            <a:blip r:embed="rId6">
              <a:alphaModFix/>
            </a:blip>
            <a:stretch>
              <a:fillRect/>
            </a:stretch>
          </a:blipFill>
          <a:ln>
            <a:noFill/>
          </a:ln>
        </p:spPr>
        <p:txBody>
          <a:bodyPr/>
          <a:lstStyle/>
          <a:p>
            <a:endParaRPr lang="vi-VN"/>
          </a:p>
        </p:txBody>
      </p:sp>
      <p:sp>
        <p:nvSpPr>
          <p:cNvPr id="650" name="Google Shape;650;p27"/>
          <p:cNvSpPr/>
          <p:nvPr/>
        </p:nvSpPr>
        <p:spPr>
          <a:xfrm>
            <a:off x="12598538" y="7899503"/>
            <a:ext cx="1008987" cy="1595237"/>
          </a:xfrm>
          <a:custGeom>
            <a:avLst/>
            <a:gdLst/>
            <a:ahLst/>
            <a:cxnLst/>
            <a:rect l="l" t="t" r="r" b="b"/>
            <a:pathLst>
              <a:path w="1008987" h="1595237" extrusionOk="0">
                <a:moveTo>
                  <a:pt x="0" y="0"/>
                </a:moveTo>
                <a:lnTo>
                  <a:pt x="1008987" y="0"/>
                </a:lnTo>
                <a:lnTo>
                  <a:pt x="1008987" y="1595237"/>
                </a:lnTo>
                <a:lnTo>
                  <a:pt x="0" y="1595237"/>
                </a:lnTo>
                <a:lnTo>
                  <a:pt x="0" y="0"/>
                </a:lnTo>
                <a:close/>
              </a:path>
            </a:pathLst>
          </a:custGeom>
          <a:blipFill rotWithShape="1">
            <a:blip r:embed="rId7">
              <a:alphaModFix/>
            </a:blip>
            <a:stretch>
              <a:fillRect/>
            </a:stretch>
          </a:blipFill>
          <a:ln>
            <a:noFill/>
          </a:ln>
        </p:spPr>
        <p:txBody>
          <a:bodyPr/>
          <a:lstStyle/>
          <a:p>
            <a:endParaRPr lang="vi-VN"/>
          </a:p>
        </p:txBody>
      </p:sp>
      <p:sp>
        <p:nvSpPr>
          <p:cNvPr id="651" name="Google Shape;651;p27"/>
          <p:cNvSpPr/>
          <p:nvPr/>
        </p:nvSpPr>
        <p:spPr>
          <a:xfrm>
            <a:off x="12004847" y="6250989"/>
            <a:ext cx="3044984" cy="1100001"/>
          </a:xfrm>
          <a:custGeom>
            <a:avLst/>
            <a:gdLst/>
            <a:ahLst/>
            <a:cxnLst/>
            <a:rect l="l" t="t" r="r" b="b"/>
            <a:pathLst>
              <a:path w="3044984" h="1100001" extrusionOk="0">
                <a:moveTo>
                  <a:pt x="0" y="0"/>
                </a:moveTo>
                <a:lnTo>
                  <a:pt x="3044985" y="0"/>
                </a:lnTo>
                <a:lnTo>
                  <a:pt x="3044985" y="1100000"/>
                </a:lnTo>
                <a:lnTo>
                  <a:pt x="0" y="1100000"/>
                </a:lnTo>
                <a:lnTo>
                  <a:pt x="0" y="0"/>
                </a:lnTo>
                <a:close/>
              </a:path>
            </a:pathLst>
          </a:custGeom>
          <a:blipFill rotWithShape="1">
            <a:blip r:embed="rId8">
              <a:alphaModFix/>
            </a:blip>
            <a:stretch>
              <a:fillRect/>
            </a:stretch>
          </a:blipFill>
          <a:ln>
            <a:noFill/>
          </a:ln>
        </p:spPr>
        <p:txBody>
          <a:bodyPr/>
          <a:lstStyle/>
          <a:p>
            <a:endParaRPr lang="vi-VN"/>
          </a:p>
        </p:txBody>
      </p:sp>
      <p:sp>
        <p:nvSpPr>
          <p:cNvPr id="652" name="Google Shape;652;p27"/>
          <p:cNvSpPr/>
          <p:nvPr/>
        </p:nvSpPr>
        <p:spPr>
          <a:xfrm>
            <a:off x="9623719" y="8134847"/>
            <a:ext cx="1556470" cy="1124550"/>
          </a:xfrm>
          <a:custGeom>
            <a:avLst/>
            <a:gdLst/>
            <a:ahLst/>
            <a:cxnLst/>
            <a:rect l="l" t="t" r="r" b="b"/>
            <a:pathLst>
              <a:path w="1556470" h="1124550" extrusionOk="0">
                <a:moveTo>
                  <a:pt x="0" y="0"/>
                </a:moveTo>
                <a:lnTo>
                  <a:pt x="1556470" y="0"/>
                </a:lnTo>
                <a:lnTo>
                  <a:pt x="1556470" y="1124550"/>
                </a:lnTo>
                <a:lnTo>
                  <a:pt x="0" y="1124550"/>
                </a:lnTo>
                <a:lnTo>
                  <a:pt x="0" y="0"/>
                </a:lnTo>
                <a:close/>
              </a:path>
            </a:pathLst>
          </a:custGeom>
          <a:blipFill rotWithShape="1">
            <a:blip r:embed="rId9">
              <a:alphaModFix/>
            </a:blip>
            <a:stretch>
              <a:fillRect/>
            </a:stretch>
          </a:blipFill>
          <a:ln>
            <a:noFill/>
          </a:ln>
        </p:spPr>
        <p:txBody>
          <a:bodyPr/>
          <a:lstStyle/>
          <a:p>
            <a:endParaRPr lang="vi-VN"/>
          </a:p>
        </p:txBody>
      </p:sp>
      <p:sp>
        <p:nvSpPr>
          <p:cNvPr id="653" name="Google Shape;653;p27"/>
          <p:cNvSpPr/>
          <p:nvPr/>
        </p:nvSpPr>
        <p:spPr>
          <a:xfrm flipH="1">
            <a:off x="14625927" y="3793828"/>
            <a:ext cx="2642898" cy="1271895"/>
          </a:xfrm>
          <a:custGeom>
            <a:avLst/>
            <a:gdLst/>
            <a:ahLst/>
            <a:cxnLst/>
            <a:rect l="l" t="t" r="r" b="b"/>
            <a:pathLst>
              <a:path w="2642898" h="1271895" extrusionOk="0">
                <a:moveTo>
                  <a:pt x="2642898" y="0"/>
                </a:moveTo>
                <a:lnTo>
                  <a:pt x="0" y="0"/>
                </a:lnTo>
                <a:lnTo>
                  <a:pt x="0" y="1271895"/>
                </a:lnTo>
                <a:lnTo>
                  <a:pt x="2642898" y="1271895"/>
                </a:lnTo>
                <a:lnTo>
                  <a:pt x="2642898" y="0"/>
                </a:lnTo>
                <a:close/>
              </a:path>
            </a:pathLst>
          </a:custGeom>
          <a:blipFill rotWithShape="1">
            <a:blip r:embed="rId10">
              <a:alphaModFix/>
            </a:blip>
            <a:stretch>
              <a:fillRect/>
            </a:stretch>
          </a:blipFill>
          <a:ln>
            <a:noFill/>
          </a:ln>
        </p:spPr>
        <p:txBody>
          <a:bodyPr/>
          <a:lstStyle/>
          <a:p>
            <a:endParaRPr lang="vi-VN"/>
          </a:p>
        </p:txBody>
      </p:sp>
      <p:sp>
        <p:nvSpPr>
          <p:cNvPr id="654" name="Google Shape;654;p27"/>
          <p:cNvSpPr/>
          <p:nvPr/>
        </p:nvSpPr>
        <p:spPr>
          <a:xfrm>
            <a:off x="8633995" y="1076325"/>
            <a:ext cx="1578556" cy="1929347"/>
          </a:xfrm>
          <a:custGeom>
            <a:avLst/>
            <a:gdLst/>
            <a:ahLst/>
            <a:cxnLst/>
            <a:rect l="l" t="t" r="r" b="b"/>
            <a:pathLst>
              <a:path w="1578556" h="1929347" extrusionOk="0">
                <a:moveTo>
                  <a:pt x="0" y="0"/>
                </a:moveTo>
                <a:lnTo>
                  <a:pt x="1578557" y="0"/>
                </a:lnTo>
                <a:lnTo>
                  <a:pt x="1578557" y="1929347"/>
                </a:lnTo>
                <a:lnTo>
                  <a:pt x="0" y="1929347"/>
                </a:lnTo>
                <a:lnTo>
                  <a:pt x="0" y="0"/>
                </a:lnTo>
                <a:close/>
              </a:path>
            </a:pathLst>
          </a:custGeom>
          <a:blipFill rotWithShape="1">
            <a:blip r:embed="rId11">
              <a:alphaModFix/>
            </a:blip>
            <a:stretch>
              <a:fillRect/>
            </a:stretch>
          </a:blipFill>
          <a:ln>
            <a:noFill/>
          </a:ln>
        </p:spPr>
        <p:txBody>
          <a:bodyPr/>
          <a:lstStyle/>
          <a:p>
            <a:endParaRPr lang="vi-VN"/>
          </a:p>
        </p:txBody>
      </p:sp>
      <p:sp>
        <p:nvSpPr>
          <p:cNvPr id="655" name="Google Shape;655;p27"/>
          <p:cNvSpPr/>
          <p:nvPr/>
        </p:nvSpPr>
        <p:spPr>
          <a:xfrm>
            <a:off x="10966561" y="1111848"/>
            <a:ext cx="2468757" cy="1858301"/>
          </a:xfrm>
          <a:custGeom>
            <a:avLst/>
            <a:gdLst/>
            <a:ahLst/>
            <a:cxnLst/>
            <a:rect l="l" t="t" r="r" b="b"/>
            <a:pathLst>
              <a:path w="2468757" h="1858301" extrusionOk="0">
                <a:moveTo>
                  <a:pt x="0" y="0"/>
                </a:moveTo>
                <a:lnTo>
                  <a:pt x="2468757" y="0"/>
                </a:lnTo>
                <a:lnTo>
                  <a:pt x="2468757" y="1858301"/>
                </a:lnTo>
                <a:lnTo>
                  <a:pt x="0" y="1858301"/>
                </a:lnTo>
                <a:lnTo>
                  <a:pt x="0" y="0"/>
                </a:lnTo>
                <a:close/>
              </a:path>
            </a:pathLst>
          </a:custGeom>
          <a:blipFill rotWithShape="1">
            <a:blip r:embed="rId12">
              <a:alphaModFix/>
            </a:blip>
            <a:stretch>
              <a:fillRect/>
            </a:stretch>
          </a:blipFill>
          <a:ln>
            <a:noFill/>
          </a:ln>
        </p:spPr>
        <p:txBody>
          <a:bodyPr/>
          <a:lstStyle/>
          <a:p>
            <a:endParaRPr lang="vi-VN"/>
          </a:p>
        </p:txBody>
      </p:sp>
      <p:sp>
        <p:nvSpPr>
          <p:cNvPr id="656" name="Google Shape;656;p27"/>
          <p:cNvSpPr/>
          <p:nvPr/>
        </p:nvSpPr>
        <p:spPr>
          <a:xfrm rot="10800000">
            <a:off x="8815592" y="6197429"/>
            <a:ext cx="2414239" cy="1207119"/>
          </a:xfrm>
          <a:custGeom>
            <a:avLst/>
            <a:gdLst/>
            <a:ahLst/>
            <a:cxnLst/>
            <a:rect l="l" t="t" r="r" b="b"/>
            <a:pathLst>
              <a:path w="2414239" h="1207119" extrusionOk="0">
                <a:moveTo>
                  <a:pt x="2414239" y="1207120"/>
                </a:moveTo>
                <a:lnTo>
                  <a:pt x="0" y="1207120"/>
                </a:lnTo>
                <a:lnTo>
                  <a:pt x="0" y="0"/>
                </a:lnTo>
                <a:lnTo>
                  <a:pt x="2414239" y="0"/>
                </a:lnTo>
                <a:lnTo>
                  <a:pt x="2414239" y="1207120"/>
                </a:lnTo>
                <a:close/>
              </a:path>
            </a:pathLst>
          </a:custGeom>
          <a:blipFill rotWithShape="1">
            <a:blip r:embed="rId13">
              <a:alphaModFix/>
            </a:blip>
            <a:stretch>
              <a:fillRect/>
            </a:stretch>
          </a:blipFill>
          <a:ln>
            <a:noFill/>
          </a:ln>
        </p:spPr>
        <p:txBody>
          <a:bodyPr/>
          <a:lstStyle/>
          <a:p>
            <a:endParaRPr lang="vi-VN"/>
          </a:p>
        </p:txBody>
      </p:sp>
      <p:sp>
        <p:nvSpPr>
          <p:cNvPr id="657" name="Google Shape;657;p27"/>
          <p:cNvSpPr/>
          <p:nvPr/>
        </p:nvSpPr>
        <p:spPr>
          <a:xfrm>
            <a:off x="16017820" y="6175487"/>
            <a:ext cx="1251005" cy="1251005"/>
          </a:xfrm>
          <a:custGeom>
            <a:avLst/>
            <a:gdLst/>
            <a:ahLst/>
            <a:cxnLst/>
            <a:rect l="l" t="t" r="r" b="b"/>
            <a:pathLst>
              <a:path w="1251005" h="1251005" extrusionOk="0">
                <a:moveTo>
                  <a:pt x="0" y="0"/>
                </a:moveTo>
                <a:lnTo>
                  <a:pt x="1251005" y="0"/>
                </a:lnTo>
                <a:lnTo>
                  <a:pt x="1251005" y="1251005"/>
                </a:lnTo>
                <a:lnTo>
                  <a:pt x="0" y="1251005"/>
                </a:lnTo>
                <a:lnTo>
                  <a:pt x="0" y="0"/>
                </a:lnTo>
                <a:close/>
              </a:path>
            </a:pathLst>
          </a:custGeom>
          <a:blipFill rotWithShape="1">
            <a:blip r:embed="rId14">
              <a:alphaModFix/>
            </a:blip>
            <a:stretch>
              <a:fillRect/>
            </a:stretch>
          </a:blipFill>
          <a:ln>
            <a:noFill/>
          </a:ln>
        </p:spPr>
        <p:txBody>
          <a:bodyPr/>
          <a:lstStyle/>
          <a:p>
            <a:endParaRPr lang="vi-VN"/>
          </a:p>
        </p:txBody>
      </p:sp>
      <p:sp>
        <p:nvSpPr>
          <p:cNvPr id="658" name="Google Shape;658;p27"/>
          <p:cNvSpPr/>
          <p:nvPr/>
        </p:nvSpPr>
        <p:spPr>
          <a:xfrm flipH="1">
            <a:off x="5674585" y="6197429"/>
            <a:ext cx="2451013" cy="1611541"/>
          </a:xfrm>
          <a:custGeom>
            <a:avLst/>
            <a:gdLst/>
            <a:ahLst/>
            <a:cxnLst/>
            <a:rect l="l" t="t" r="r" b="b"/>
            <a:pathLst>
              <a:path w="2451013" h="1611541" extrusionOk="0">
                <a:moveTo>
                  <a:pt x="2451013" y="0"/>
                </a:moveTo>
                <a:lnTo>
                  <a:pt x="0" y="0"/>
                </a:lnTo>
                <a:lnTo>
                  <a:pt x="0" y="1611541"/>
                </a:lnTo>
                <a:lnTo>
                  <a:pt x="2451013" y="1611541"/>
                </a:lnTo>
                <a:lnTo>
                  <a:pt x="2451013" y="0"/>
                </a:lnTo>
                <a:close/>
              </a:path>
            </a:pathLst>
          </a:custGeom>
          <a:blipFill rotWithShape="1">
            <a:blip r:embed="rId15">
              <a:alphaModFix/>
            </a:blip>
            <a:stretch>
              <a:fillRect/>
            </a:stretch>
          </a:blipFill>
          <a:ln>
            <a:noFill/>
          </a:ln>
        </p:spPr>
        <p:txBody>
          <a:bodyPr/>
          <a:lstStyle/>
          <a:p>
            <a:endParaRPr lang="vi-VN"/>
          </a:p>
        </p:txBody>
      </p:sp>
      <p:sp>
        <p:nvSpPr>
          <p:cNvPr id="659" name="Google Shape;659;p27"/>
          <p:cNvSpPr/>
          <p:nvPr/>
        </p:nvSpPr>
        <p:spPr>
          <a:xfrm>
            <a:off x="14077521" y="1920791"/>
            <a:ext cx="3072894" cy="1084881"/>
          </a:xfrm>
          <a:custGeom>
            <a:avLst/>
            <a:gdLst/>
            <a:ahLst/>
            <a:cxnLst/>
            <a:rect l="l" t="t" r="r" b="b"/>
            <a:pathLst>
              <a:path w="3072894" h="1084881" extrusionOk="0">
                <a:moveTo>
                  <a:pt x="0" y="0"/>
                </a:moveTo>
                <a:lnTo>
                  <a:pt x="3072894" y="0"/>
                </a:lnTo>
                <a:lnTo>
                  <a:pt x="3072894" y="1084881"/>
                </a:lnTo>
                <a:lnTo>
                  <a:pt x="0" y="1084881"/>
                </a:lnTo>
                <a:lnTo>
                  <a:pt x="0" y="0"/>
                </a:lnTo>
                <a:close/>
              </a:path>
            </a:pathLst>
          </a:custGeom>
          <a:blipFill rotWithShape="1">
            <a:blip r:embed="rId16">
              <a:alphaModFix/>
            </a:blip>
            <a:stretch>
              <a:fillRect r="-13427"/>
            </a:stretch>
          </a:blipFill>
          <a:ln>
            <a:noFill/>
          </a:ln>
        </p:spPr>
        <p:txBody>
          <a:bodyPr/>
          <a:lstStyle/>
          <a:p>
            <a:endParaRPr lang="vi-VN"/>
          </a:p>
        </p:txBody>
      </p:sp>
      <p:sp>
        <p:nvSpPr>
          <p:cNvPr id="660" name="Google Shape;660;p27"/>
          <p:cNvSpPr/>
          <p:nvPr/>
        </p:nvSpPr>
        <p:spPr>
          <a:xfrm rot="-5400000">
            <a:off x="15526029" y="7480510"/>
            <a:ext cx="1052369" cy="2433223"/>
          </a:xfrm>
          <a:custGeom>
            <a:avLst/>
            <a:gdLst/>
            <a:ahLst/>
            <a:cxnLst/>
            <a:rect l="l" t="t" r="r" b="b"/>
            <a:pathLst>
              <a:path w="1052369" h="2433223" extrusionOk="0">
                <a:moveTo>
                  <a:pt x="0" y="0"/>
                </a:moveTo>
                <a:lnTo>
                  <a:pt x="1052369" y="0"/>
                </a:lnTo>
                <a:lnTo>
                  <a:pt x="1052369" y="2433223"/>
                </a:lnTo>
                <a:lnTo>
                  <a:pt x="0" y="2433223"/>
                </a:lnTo>
                <a:lnTo>
                  <a:pt x="0" y="0"/>
                </a:lnTo>
                <a:close/>
              </a:path>
            </a:pathLst>
          </a:custGeom>
          <a:blipFill rotWithShape="1">
            <a:blip r:embed="rId17">
              <a:alphaModFix/>
            </a:blip>
            <a:stretch>
              <a:fillRect/>
            </a:stretch>
          </a:blipFill>
          <a:ln>
            <a:noFill/>
          </a:ln>
        </p:spPr>
        <p:txBody>
          <a:bodyPr/>
          <a:lstStyle/>
          <a:p>
            <a:endParaRPr lang="vi-VN"/>
          </a:p>
        </p:txBody>
      </p:sp>
      <p:sp>
        <p:nvSpPr>
          <p:cNvPr id="661" name="Google Shape;661;p27"/>
          <p:cNvSpPr/>
          <p:nvPr/>
        </p:nvSpPr>
        <p:spPr>
          <a:xfrm rot="5400000">
            <a:off x="7830163" y="3910052"/>
            <a:ext cx="1743307" cy="1039447"/>
          </a:xfrm>
          <a:custGeom>
            <a:avLst/>
            <a:gdLst/>
            <a:ahLst/>
            <a:cxnLst/>
            <a:rect l="l" t="t" r="r" b="b"/>
            <a:pathLst>
              <a:path w="1743307" h="1039447" extrusionOk="0">
                <a:moveTo>
                  <a:pt x="0" y="0"/>
                </a:moveTo>
                <a:lnTo>
                  <a:pt x="1743307" y="0"/>
                </a:lnTo>
                <a:lnTo>
                  <a:pt x="1743307" y="1039447"/>
                </a:lnTo>
                <a:lnTo>
                  <a:pt x="0" y="1039447"/>
                </a:lnTo>
                <a:lnTo>
                  <a:pt x="0" y="0"/>
                </a:lnTo>
                <a:close/>
              </a:path>
            </a:pathLst>
          </a:custGeom>
          <a:blipFill rotWithShape="1">
            <a:blip r:embed="rId18">
              <a:alphaModFix/>
            </a:blip>
            <a:stretch>
              <a:fillRect/>
            </a:stretch>
          </a:blipFill>
          <a:ln>
            <a:noFill/>
          </a:ln>
        </p:spPr>
        <p:txBody>
          <a:bodyPr/>
          <a:lstStyle/>
          <a:p>
            <a:endParaRPr lang="vi-VN"/>
          </a:p>
        </p:txBody>
      </p:sp>
      <p:sp>
        <p:nvSpPr>
          <p:cNvPr id="662" name="Google Shape;662;p27"/>
          <p:cNvSpPr/>
          <p:nvPr/>
        </p:nvSpPr>
        <p:spPr>
          <a:xfrm>
            <a:off x="12174559" y="3910029"/>
            <a:ext cx="1902962" cy="1039493"/>
          </a:xfrm>
          <a:custGeom>
            <a:avLst/>
            <a:gdLst/>
            <a:ahLst/>
            <a:cxnLst/>
            <a:rect l="l" t="t" r="r" b="b"/>
            <a:pathLst>
              <a:path w="1902962" h="1039493" extrusionOk="0">
                <a:moveTo>
                  <a:pt x="0" y="0"/>
                </a:moveTo>
                <a:lnTo>
                  <a:pt x="1902962" y="0"/>
                </a:lnTo>
                <a:lnTo>
                  <a:pt x="1902962" y="1039493"/>
                </a:lnTo>
                <a:lnTo>
                  <a:pt x="0" y="1039493"/>
                </a:lnTo>
                <a:lnTo>
                  <a:pt x="0" y="0"/>
                </a:lnTo>
                <a:close/>
              </a:path>
            </a:pathLst>
          </a:custGeom>
          <a:blipFill rotWithShape="1">
            <a:blip r:embed="rId19">
              <a:alphaModFix/>
            </a:blip>
            <a:stretch>
              <a:fillRect/>
            </a:stretch>
          </a:blipFill>
          <a:ln>
            <a:noFill/>
          </a:ln>
        </p:spPr>
        <p:txBody>
          <a:bodyPr/>
          <a:lstStyle/>
          <a:p>
            <a:endParaRPr lang="vi-VN"/>
          </a:p>
        </p:txBody>
      </p:sp>
      <p:sp>
        <p:nvSpPr>
          <p:cNvPr id="663" name="Google Shape;663;p27"/>
          <p:cNvSpPr/>
          <p:nvPr/>
        </p:nvSpPr>
        <p:spPr>
          <a:xfrm>
            <a:off x="5996450" y="3391906"/>
            <a:ext cx="1637238" cy="2075738"/>
          </a:xfrm>
          <a:custGeom>
            <a:avLst/>
            <a:gdLst/>
            <a:ahLst/>
            <a:cxnLst/>
            <a:rect l="l" t="t" r="r" b="b"/>
            <a:pathLst>
              <a:path w="1637238" h="2075738" extrusionOk="0">
                <a:moveTo>
                  <a:pt x="0" y="0"/>
                </a:moveTo>
                <a:lnTo>
                  <a:pt x="1637238" y="0"/>
                </a:lnTo>
                <a:lnTo>
                  <a:pt x="1637238" y="2075738"/>
                </a:lnTo>
                <a:lnTo>
                  <a:pt x="0" y="2075738"/>
                </a:lnTo>
                <a:lnTo>
                  <a:pt x="0" y="0"/>
                </a:lnTo>
                <a:close/>
              </a:path>
            </a:pathLst>
          </a:custGeom>
          <a:blipFill rotWithShape="1">
            <a:blip r:embed="rId20">
              <a:alphaModFix/>
            </a:blip>
            <a:stretch>
              <a:fillRect/>
            </a:stretch>
          </a:blipFill>
          <a:ln>
            <a:noFill/>
          </a:ln>
        </p:spPr>
        <p:txBody>
          <a:bodyPr/>
          <a:lstStyle/>
          <a:p>
            <a:endParaRPr lang="vi-VN"/>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591</TotalTime>
  <Words>1733</Words>
  <Application>Microsoft Office PowerPoint</Application>
  <PresentationFormat>Custom</PresentationFormat>
  <Paragraphs>146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Calibri</vt:lpstr>
      <vt:lpstr>Arial</vt:lpstr>
      <vt:lpstr>Josefin Sans Light</vt:lpstr>
      <vt:lpstr>Josefin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TRẦN QUỐC HUY</cp:lastModifiedBy>
  <cp:revision>19</cp:revision>
  <dcterms:modified xsi:type="dcterms:W3CDTF">2025-10-30T17:40:20Z</dcterms:modified>
</cp:coreProperties>
</file>